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147"/>
  </p:notesMasterIdLst>
  <p:handoutMasterIdLst>
    <p:handoutMasterId r:id="rId148"/>
  </p:handoutMasterIdLst>
  <p:sldIdLst>
    <p:sldId id="256" r:id="rId2"/>
    <p:sldId id="703" r:id="rId3"/>
    <p:sldId id="1949" r:id="rId4"/>
    <p:sldId id="409" r:id="rId5"/>
    <p:sldId id="1923" r:id="rId6"/>
    <p:sldId id="1924" r:id="rId7"/>
    <p:sldId id="1925" r:id="rId8"/>
    <p:sldId id="1934" r:id="rId9"/>
    <p:sldId id="414" r:id="rId10"/>
    <p:sldId id="1823" r:id="rId11"/>
    <p:sldId id="1822" r:id="rId12"/>
    <p:sldId id="416" r:id="rId13"/>
    <p:sldId id="1682" r:id="rId14"/>
    <p:sldId id="1685" r:id="rId15"/>
    <p:sldId id="1684" r:id="rId16"/>
    <p:sldId id="1950" r:id="rId17"/>
    <p:sldId id="1959" r:id="rId18"/>
    <p:sldId id="1958" r:id="rId19"/>
    <p:sldId id="1960" r:id="rId20"/>
    <p:sldId id="1961" r:id="rId21"/>
    <p:sldId id="1962" r:id="rId22"/>
    <p:sldId id="1963" r:id="rId23"/>
    <p:sldId id="1951" r:id="rId24"/>
    <p:sldId id="1899" r:id="rId25"/>
    <p:sldId id="1900" r:id="rId26"/>
    <p:sldId id="1901" r:id="rId27"/>
    <p:sldId id="1957" r:id="rId28"/>
    <p:sldId id="1882" r:id="rId29"/>
    <p:sldId id="1964" r:id="rId30"/>
    <p:sldId id="1988" r:id="rId31"/>
    <p:sldId id="1884" r:id="rId32"/>
    <p:sldId id="1686" r:id="rId33"/>
    <p:sldId id="1687" r:id="rId34"/>
    <p:sldId id="1885" r:id="rId35"/>
    <p:sldId id="1926" r:id="rId36"/>
    <p:sldId id="1473" r:id="rId37"/>
    <p:sldId id="1887" r:id="rId38"/>
    <p:sldId id="1965" r:id="rId39"/>
    <p:sldId id="1474" r:id="rId40"/>
    <p:sldId id="1888" r:id="rId41"/>
    <p:sldId id="1476" r:id="rId42"/>
    <p:sldId id="1828" r:id="rId43"/>
    <p:sldId id="1478" r:id="rId44"/>
    <p:sldId id="1479" r:id="rId45"/>
    <p:sldId id="1829" r:id="rId46"/>
    <p:sldId id="1480" r:id="rId47"/>
    <p:sldId id="1830" r:id="rId48"/>
    <p:sldId id="804" r:id="rId49"/>
    <p:sldId id="1482" r:id="rId50"/>
    <p:sldId id="797" r:id="rId51"/>
    <p:sldId id="798" r:id="rId52"/>
    <p:sldId id="812" r:id="rId53"/>
    <p:sldId id="1889" r:id="rId54"/>
    <p:sldId id="1935" r:id="rId55"/>
    <p:sldId id="1892" r:id="rId56"/>
    <p:sldId id="1890" r:id="rId57"/>
    <p:sldId id="1491" r:id="rId58"/>
    <p:sldId id="1492" r:id="rId59"/>
    <p:sldId id="1832" r:id="rId60"/>
    <p:sldId id="828" r:id="rId61"/>
    <p:sldId id="1937" r:id="rId62"/>
    <p:sldId id="1902" r:id="rId63"/>
    <p:sldId id="1939" r:id="rId64"/>
    <p:sldId id="1903" r:id="rId65"/>
    <p:sldId id="1938" r:id="rId66"/>
    <p:sldId id="1954" r:id="rId67"/>
    <p:sldId id="1904" r:id="rId68"/>
    <p:sldId id="1940" r:id="rId69"/>
    <p:sldId id="1955" r:id="rId70"/>
    <p:sldId id="1636" r:id="rId71"/>
    <p:sldId id="1638" r:id="rId72"/>
    <p:sldId id="1642" r:id="rId73"/>
    <p:sldId id="1512" r:id="rId74"/>
    <p:sldId id="1514" r:id="rId75"/>
    <p:sldId id="846" r:id="rId76"/>
    <p:sldId id="965" r:id="rId77"/>
    <p:sldId id="1689" r:id="rId78"/>
    <p:sldId id="1690" r:id="rId79"/>
    <p:sldId id="1692" r:id="rId80"/>
    <p:sldId id="1693" r:id="rId81"/>
    <p:sldId id="1691" r:id="rId82"/>
    <p:sldId id="1695" r:id="rId83"/>
    <p:sldId id="1987" r:id="rId84"/>
    <p:sldId id="1694" r:id="rId85"/>
    <p:sldId id="1986" r:id="rId86"/>
    <p:sldId id="865" r:id="rId87"/>
    <p:sldId id="866" r:id="rId88"/>
    <p:sldId id="868" r:id="rId89"/>
    <p:sldId id="1944" r:id="rId90"/>
    <p:sldId id="1967" r:id="rId91"/>
    <p:sldId id="1943" r:id="rId92"/>
    <p:sldId id="1931" r:id="rId93"/>
    <p:sldId id="869" r:id="rId94"/>
    <p:sldId id="1519" r:id="rId95"/>
    <p:sldId id="1520" r:id="rId96"/>
    <p:sldId id="1834" r:id="rId97"/>
    <p:sldId id="1966" r:id="rId98"/>
    <p:sldId id="1833" r:id="rId99"/>
    <p:sldId id="1989" r:id="rId100"/>
    <p:sldId id="1835" r:id="rId101"/>
    <p:sldId id="1990" r:id="rId102"/>
    <p:sldId id="1953" r:id="rId103"/>
    <p:sldId id="1524" r:id="rId104"/>
    <p:sldId id="1928" r:id="rId105"/>
    <p:sldId id="1526" r:id="rId106"/>
    <p:sldId id="1927" r:id="rId107"/>
    <p:sldId id="882" r:id="rId108"/>
    <p:sldId id="1929" r:id="rId109"/>
    <p:sldId id="1930" r:id="rId110"/>
    <p:sldId id="1956" r:id="rId111"/>
    <p:sldId id="1905" r:id="rId112"/>
    <p:sldId id="1948" r:id="rId113"/>
    <p:sldId id="1941" r:id="rId114"/>
    <p:sldId id="1945" r:id="rId115"/>
    <p:sldId id="1946" r:id="rId116"/>
    <p:sldId id="1969" r:id="rId117"/>
    <p:sldId id="1528" r:id="rId118"/>
    <p:sldId id="1530" r:id="rId119"/>
    <p:sldId id="1533" r:id="rId120"/>
    <p:sldId id="1535" r:id="rId121"/>
    <p:sldId id="1537" r:id="rId122"/>
    <p:sldId id="1539" r:id="rId123"/>
    <p:sldId id="1032" r:id="rId124"/>
    <p:sldId id="1545" r:id="rId125"/>
    <p:sldId id="1547" r:id="rId126"/>
    <p:sldId id="1040" r:id="rId127"/>
    <p:sldId id="1045" r:id="rId128"/>
    <p:sldId id="1047" r:id="rId129"/>
    <p:sldId id="1947" r:id="rId130"/>
    <p:sldId id="1971" r:id="rId131"/>
    <p:sldId id="1976" r:id="rId132"/>
    <p:sldId id="1977" r:id="rId133"/>
    <p:sldId id="1970" r:id="rId134"/>
    <p:sldId id="1978" r:id="rId135"/>
    <p:sldId id="1975" r:id="rId136"/>
    <p:sldId id="1980" r:id="rId137"/>
    <p:sldId id="1981" r:id="rId138"/>
    <p:sldId id="1982" r:id="rId139"/>
    <p:sldId id="1983" r:id="rId140"/>
    <p:sldId id="1984" r:id="rId141"/>
    <p:sldId id="1979" r:id="rId142"/>
    <p:sldId id="1972" r:id="rId143"/>
    <p:sldId id="1973" r:id="rId144"/>
    <p:sldId id="1985" r:id="rId145"/>
    <p:sldId id="1968" r:id="rId146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  <a:srgbClr val="FF0000"/>
    <a:srgbClr val="C0C0C0"/>
    <a:srgbClr val="CC0000"/>
    <a:srgbClr val="777777"/>
    <a:srgbClr val="6699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EA06F-42E8-443A-875C-35108D1D02DC}" v="97" dt="2020-11-19T23:57:37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709" autoAdjust="0"/>
  </p:normalViewPr>
  <p:slideViewPr>
    <p:cSldViewPr>
      <p:cViewPr varScale="1">
        <p:scale>
          <a:sx n="65" d="100"/>
          <a:sy n="65" d="100"/>
        </p:scale>
        <p:origin x="78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presProps" Target="pres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microsoft.com/office/2016/11/relationships/changesInfo" Target="changesInfos/changesInfo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microsoft.com/office/2015/10/relationships/revisionInfo" Target="revisionInfo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Luiz Freitas" userId="122532effb8c3c75" providerId="LiveId" clId="{F25EA06F-42E8-443A-875C-35108D1D02DC}"/>
    <pc:docChg chg="undo custSel addSld delSld modSld">
      <pc:chgData name="Ricardo Luiz Freitas" userId="122532effb8c3c75" providerId="LiveId" clId="{F25EA06F-42E8-443A-875C-35108D1D02DC}" dt="2020-11-20T00:01:54.543" v="1571" actId="20577"/>
      <pc:docMkLst>
        <pc:docMk/>
      </pc:docMkLst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25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40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41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41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43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703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79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79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0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12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2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4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65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6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6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6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882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965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032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040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045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04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73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7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7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7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7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80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82"/>
        </pc:sldMkLst>
      </pc:sldChg>
      <pc:sldChg chg="modSp mod setBg">
        <pc:chgData name="Ricardo Luiz Freitas" userId="122532effb8c3c75" providerId="LiveId" clId="{F25EA06F-42E8-443A-875C-35108D1D02DC}" dt="2020-11-17T17:46:21.167" v="888" actId="14100"/>
        <pc:sldMkLst>
          <pc:docMk/>
          <pc:sldMk cId="0" sldId="1491"/>
        </pc:sldMkLst>
        <pc:spChg chg="mod">
          <ac:chgData name="Ricardo Luiz Freitas" userId="122532effb8c3c75" providerId="LiveId" clId="{F25EA06F-42E8-443A-875C-35108D1D02DC}" dt="2020-11-17T17:46:21.167" v="888" actId="14100"/>
          <ac:spMkLst>
            <pc:docMk/>
            <pc:sldMk cId="0" sldId="1491"/>
            <ac:spMk id="53250" creationId="{9D380137-BE3B-4C9D-9AEE-3AFB84D36DFB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492"/>
        </pc:sldMkLst>
      </pc:sldChg>
      <pc:sldChg chg="modSp mod setBg">
        <pc:chgData name="Ricardo Luiz Freitas" userId="122532effb8c3c75" providerId="LiveId" clId="{F25EA06F-42E8-443A-875C-35108D1D02DC}" dt="2020-11-19T00:24:30.361" v="1418" actId="20577"/>
        <pc:sldMkLst>
          <pc:docMk/>
          <pc:sldMk cId="0" sldId="1512"/>
        </pc:sldMkLst>
        <pc:spChg chg="mod">
          <ac:chgData name="Ricardo Luiz Freitas" userId="122532effb8c3c75" providerId="LiveId" clId="{F25EA06F-42E8-443A-875C-35108D1D02DC}" dt="2020-11-19T00:24:30.361" v="1418" actId="20577"/>
          <ac:spMkLst>
            <pc:docMk/>
            <pc:sldMk cId="0" sldId="1512"/>
            <ac:spMk id="86019" creationId="{39BAAB10-23D0-4C5F-89D1-F34FC9ADB0B7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1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1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20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2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2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2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30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33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35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3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3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45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0" sldId="154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4196556131" sldId="163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060698893" sldId="1638"/>
        </pc:sldMkLst>
      </pc:sldChg>
      <pc:sldChg chg="modSp mod setBg">
        <pc:chgData name="Ricardo Luiz Freitas" userId="122532effb8c3c75" providerId="LiveId" clId="{F25EA06F-42E8-443A-875C-35108D1D02DC}" dt="2020-11-19T00:24:08.008" v="1416" actId="6549"/>
        <pc:sldMkLst>
          <pc:docMk/>
          <pc:sldMk cId="826718070" sldId="1642"/>
        </pc:sldMkLst>
        <pc:spChg chg="mod">
          <ac:chgData name="Ricardo Luiz Freitas" userId="122532effb8c3c75" providerId="LiveId" clId="{F25EA06F-42E8-443A-875C-35108D1D02DC}" dt="2020-11-19T00:24:08.008" v="1416" actId="6549"/>
          <ac:spMkLst>
            <pc:docMk/>
            <pc:sldMk cId="826718070" sldId="1642"/>
            <ac:spMk id="72707" creationId="{ECE7E338-92D9-46A6-A9E9-9D7B0AEE0986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146068585" sldId="1682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432777737" sldId="1684"/>
        </pc:sldMkLst>
      </pc:sldChg>
      <pc:sldChg chg="addSp delSp modSp mod setBg modAnim">
        <pc:chgData name="Ricardo Luiz Freitas" userId="122532effb8c3c75" providerId="LiveId" clId="{F25EA06F-42E8-443A-875C-35108D1D02DC}" dt="2020-11-17T23:30:24.563" v="1188"/>
        <pc:sldMkLst>
          <pc:docMk/>
          <pc:sldMk cId="216735793" sldId="1685"/>
        </pc:sldMkLst>
        <pc:spChg chg="add mod">
          <ac:chgData name="Ricardo Luiz Freitas" userId="122532effb8c3c75" providerId="LiveId" clId="{F25EA06F-42E8-443A-875C-35108D1D02DC}" dt="2020-11-17T23:23:19.530" v="1057" actId="6549"/>
          <ac:spMkLst>
            <pc:docMk/>
            <pc:sldMk cId="216735793" sldId="1685"/>
            <ac:spMk id="2" creationId="{C64EEDC0-673B-4138-943C-F3AF7818BACA}"/>
          </ac:spMkLst>
        </pc:spChg>
        <pc:spChg chg="add del mod">
          <ac:chgData name="Ricardo Luiz Freitas" userId="122532effb8c3c75" providerId="LiveId" clId="{F25EA06F-42E8-443A-875C-35108D1D02DC}" dt="2020-11-17T23:29:53.116" v="1176" actId="22"/>
          <ac:spMkLst>
            <pc:docMk/>
            <pc:sldMk cId="216735793" sldId="1685"/>
            <ac:spMk id="3" creationId="{9434FD90-19C4-4418-AF20-612B8D0AE1C9}"/>
          </ac:spMkLst>
        </pc:spChg>
        <pc:spChg chg="add del mod">
          <ac:chgData name="Ricardo Luiz Freitas" userId="122532effb8c3c75" providerId="LiveId" clId="{F25EA06F-42E8-443A-875C-35108D1D02DC}" dt="2020-11-17T23:29:53.116" v="1176" actId="22"/>
          <ac:spMkLst>
            <pc:docMk/>
            <pc:sldMk cId="216735793" sldId="1685"/>
            <ac:spMk id="5" creationId="{65AAD51D-C777-4CDE-807E-1804617A9555}"/>
          </ac:spMkLst>
        </pc:spChg>
        <pc:spChg chg="mod topLvl">
          <ac:chgData name="Ricardo Luiz Freitas" userId="122532effb8c3c75" providerId="LiveId" clId="{F25EA06F-42E8-443A-875C-35108D1D02DC}" dt="2020-11-17T23:28:00.780" v="1101" actId="165"/>
          <ac:spMkLst>
            <pc:docMk/>
            <pc:sldMk cId="216735793" sldId="1685"/>
            <ac:spMk id="7" creationId="{ED10AE6E-2A5E-465D-80A6-F1E1654179FC}"/>
          </ac:spMkLst>
        </pc:spChg>
        <pc:spChg chg="mod topLvl">
          <ac:chgData name="Ricardo Luiz Freitas" userId="122532effb8c3c75" providerId="LiveId" clId="{F25EA06F-42E8-443A-875C-35108D1D02DC}" dt="2020-11-17T23:28:00.780" v="1101" actId="165"/>
          <ac:spMkLst>
            <pc:docMk/>
            <pc:sldMk cId="216735793" sldId="1685"/>
            <ac:spMk id="8" creationId="{E3161D2A-34CB-4A93-9073-491AC5E6077E}"/>
          </ac:spMkLst>
        </pc:spChg>
        <pc:spChg chg="mod topLvl">
          <ac:chgData name="Ricardo Luiz Freitas" userId="122532effb8c3c75" providerId="LiveId" clId="{F25EA06F-42E8-443A-875C-35108D1D02DC}" dt="2020-11-17T23:28:00.780" v="1101" actId="165"/>
          <ac:spMkLst>
            <pc:docMk/>
            <pc:sldMk cId="216735793" sldId="1685"/>
            <ac:spMk id="9" creationId="{46E8F054-511F-4970-933B-1A70C3F758B1}"/>
          </ac:spMkLst>
        </pc:spChg>
        <pc:spChg chg="mod topLvl">
          <ac:chgData name="Ricardo Luiz Freitas" userId="122532effb8c3c75" providerId="LiveId" clId="{F25EA06F-42E8-443A-875C-35108D1D02DC}" dt="2020-11-17T23:28:00.780" v="1101" actId="165"/>
          <ac:spMkLst>
            <pc:docMk/>
            <pc:sldMk cId="216735793" sldId="1685"/>
            <ac:spMk id="10" creationId="{13DB0E46-A9CA-4C02-AE1B-295CB0BE9CBC}"/>
          </ac:spMkLst>
        </pc:spChg>
        <pc:spChg chg="mod topLvl">
          <ac:chgData name="Ricardo Luiz Freitas" userId="122532effb8c3c75" providerId="LiveId" clId="{F25EA06F-42E8-443A-875C-35108D1D02DC}" dt="2020-11-17T23:28:00.780" v="1101" actId="165"/>
          <ac:spMkLst>
            <pc:docMk/>
            <pc:sldMk cId="216735793" sldId="1685"/>
            <ac:spMk id="11" creationId="{54387C83-FE74-4146-AA4D-12D339916009}"/>
          </ac:spMkLst>
        </pc:spChg>
        <pc:spChg chg="mod topLvl">
          <ac:chgData name="Ricardo Luiz Freitas" userId="122532effb8c3c75" providerId="LiveId" clId="{F25EA06F-42E8-443A-875C-35108D1D02DC}" dt="2020-11-17T23:29:54.799" v="1178" actId="14100"/>
          <ac:spMkLst>
            <pc:docMk/>
            <pc:sldMk cId="216735793" sldId="1685"/>
            <ac:spMk id="12" creationId="{A3B1D90E-8766-424C-9A1C-8120DDE391E6}"/>
          </ac:spMkLst>
        </pc:spChg>
        <pc:spChg chg="mod topLvl">
          <ac:chgData name="Ricardo Luiz Freitas" userId="122532effb8c3c75" providerId="LiveId" clId="{F25EA06F-42E8-443A-875C-35108D1D02DC}" dt="2020-11-17T23:28:00.780" v="1101" actId="165"/>
          <ac:spMkLst>
            <pc:docMk/>
            <pc:sldMk cId="216735793" sldId="1685"/>
            <ac:spMk id="13" creationId="{C43CE739-6192-4006-A0A5-C18AAB9E786E}"/>
          </ac:spMkLst>
        </pc:spChg>
        <pc:spChg chg="mod topLvl">
          <ac:chgData name="Ricardo Luiz Freitas" userId="122532effb8c3c75" providerId="LiveId" clId="{F25EA06F-42E8-443A-875C-35108D1D02DC}" dt="2020-11-17T23:29:28.785" v="1132" actId="1037"/>
          <ac:spMkLst>
            <pc:docMk/>
            <pc:sldMk cId="216735793" sldId="1685"/>
            <ac:spMk id="14" creationId="{D73D33B8-E62C-4DA2-829A-A037A6496D1D}"/>
          </ac:spMkLst>
        </pc:spChg>
        <pc:spChg chg="mod topLvl">
          <ac:chgData name="Ricardo Luiz Freitas" userId="122532effb8c3c75" providerId="LiveId" clId="{F25EA06F-42E8-443A-875C-35108D1D02DC}" dt="2020-11-17T23:29:28.785" v="1132" actId="1037"/>
          <ac:spMkLst>
            <pc:docMk/>
            <pc:sldMk cId="216735793" sldId="1685"/>
            <ac:spMk id="15" creationId="{4097C299-5560-4595-8E0A-995191F687CE}"/>
          </ac:spMkLst>
        </pc:spChg>
        <pc:spChg chg="mod topLvl">
          <ac:chgData name="Ricardo Luiz Freitas" userId="122532effb8c3c75" providerId="LiveId" clId="{F25EA06F-42E8-443A-875C-35108D1D02DC}" dt="2020-11-17T23:29:28.785" v="1132" actId="1037"/>
          <ac:spMkLst>
            <pc:docMk/>
            <pc:sldMk cId="216735793" sldId="1685"/>
            <ac:spMk id="16" creationId="{9A89B47C-A7AA-446E-A029-1AFB370E5116}"/>
          </ac:spMkLst>
        </pc:spChg>
        <pc:spChg chg="add del mod">
          <ac:chgData name="Ricardo Luiz Freitas" userId="122532effb8c3c75" providerId="LiveId" clId="{F25EA06F-42E8-443A-875C-35108D1D02DC}" dt="2020-11-17T23:29:53.116" v="1176" actId="22"/>
          <ac:spMkLst>
            <pc:docMk/>
            <pc:sldMk cId="216735793" sldId="1685"/>
            <ac:spMk id="18" creationId="{6E630B11-7118-4633-9191-7D3435E6E00A}"/>
          </ac:spMkLst>
        </pc:spChg>
        <pc:spChg chg="add del mod">
          <ac:chgData name="Ricardo Luiz Freitas" userId="122532effb8c3c75" providerId="LiveId" clId="{F25EA06F-42E8-443A-875C-35108D1D02DC}" dt="2020-11-17T23:29:53.116" v="1176" actId="22"/>
          <ac:spMkLst>
            <pc:docMk/>
            <pc:sldMk cId="216735793" sldId="1685"/>
            <ac:spMk id="20" creationId="{51A7F8B6-D64B-4DA1-9878-8E94E7C854BD}"/>
          </ac:spMkLst>
        </pc:spChg>
        <pc:spChg chg="add del">
          <ac:chgData name="Ricardo Luiz Freitas" userId="122532effb8c3c75" providerId="LiveId" clId="{F25EA06F-42E8-443A-875C-35108D1D02DC}" dt="2020-11-17T23:30:20.176" v="1184" actId="22"/>
          <ac:spMkLst>
            <pc:docMk/>
            <pc:sldMk cId="216735793" sldId="1685"/>
            <ac:spMk id="22" creationId="{C3244ADB-653D-4B87-92A8-F548FEC254CC}"/>
          </ac:spMkLst>
        </pc:spChg>
        <pc:spChg chg="add del">
          <ac:chgData name="Ricardo Luiz Freitas" userId="122532effb8c3c75" providerId="LiveId" clId="{F25EA06F-42E8-443A-875C-35108D1D02DC}" dt="2020-11-17T23:30:20.176" v="1184" actId="22"/>
          <ac:spMkLst>
            <pc:docMk/>
            <pc:sldMk cId="216735793" sldId="1685"/>
            <ac:spMk id="24" creationId="{F4D56E9F-9847-4777-8B7A-BB4BD34B6DB3}"/>
          </ac:spMkLst>
        </pc:spChg>
        <pc:spChg chg="add del">
          <ac:chgData name="Ricardo Luiz Freitas" userId="122532effb8c3c75" providerId="LiveId" clId="{F25EA06F-42E8-443A-875C-35108D1D02DC}" dt="2020-11-17T23:30:20.176" v="1184" actId="22"/>
          <ac:spMkLst>
            <pc:docMk/>
            <pc:sldMk cId="216735793" sldId="1685"/>
            <ac:spMk id="26" creationId="{A9134AE4-A9E8-4F2C-96EF-CE8C4306AD6D}"/>
          </ac:spMkLst>
        </pc:spChg>
        <pc:spChg chg="mod">
          <ac:chgData name="Ricardo Luiz Freitas" userId="122532effb8c3c75" providerId="LiveId" clId="{F25EA06F-42E8-443A-875C-35108D1D02DC}" dt="2020-11-17T23:25:10.153" v="1087" actId="20577"/>
          <ac:spMkLst>
            <pc:docMk/>
            <pc:sldMk cId="216735793" sldId="1685"/>
            <ac:spMk id="17412" creationId="{FF34055A-7D7E-4BAC-9CE0-BE5076BC0220}"/>
          </ac:spMkLst>
        </pc:spChg>
        <pc:grpChg chg="add del mod">
          <ac:chgData name="Ricardo Luiz Freitas" userId="122532effb8c3c75" providerId="LiveId" clId="{F25EA06F-42E8-443A-875C-35108D1D02DC}" dt="2020-11-17T23:28:00.780" v="1101" actId="165"/>
          <ac:grpSpMkLst>
            <pc:docMk/>
            <pc:sldMk cId="216735793" sldId="1685"/>
            <ac:grpSpMk id="6" creationId="{95F56A03-7A81-46C5-9CAE-9E15FA4D64B7}"/>
          </ac:grpSpMkLst>
        </pc:gr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737281702" sldId="168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164466191" sldId="168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77950578" sldId="168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320410934" sldId="1690"/>
        </pc:sldMkLst>
      </pc:sldChg>
      <pc:sldChg chg="modSp mod setBg">
        <pc:chgData name="Ricardo Luiz Freitas" userId="122532effb8c3c75" providerId="LiveId" clId="{F25EA06F-42E8-443A-875C-35108D1D02DC}" dt="2020-11-17T17:43:30.530" v="827"/>
        <pc:sldMkLst>
          <pc:docMk/>
          <pc:sldMk cId="339510416" sldId="1691"/>
        </pc:sldMkLst>
        <pc:spChg chg="mod">
          <ac:chgData name="Ricardo Luiz Freitas" userId="122532effb8c3c75" providerId="LiveId" clId="{F25EA06F-42E8-443A-875C-35108D1D02DC}" dt="2020-11-17T17:35:05.930" v="783" actId="113"/>
          <ac:spMkLst>
            <pc:docMk/>
            <pc:sldMk cId="339510416" sldId="1691"/>
            <ac:spMk id="17412" creationId="{FF34055A-7D7E-4BAC-9CE0-BE5076BC0220}"/>
          </ac:spMkLst>
        </pc:spChg>
      </pc:sldChg>
      <pc:sldChg chg="modSp mod setBg">
        <pc:chgData name="Ricardo Luiz Freitas" userId="122532effb8c3c75" providerId="LiveId" clId="{F25EA06F-42E8-443A-875C-35108D1D02DC}" dt="2020-11-17T20:44:56.022" v="898" actId="20577"/>
        <pc:sldMkLst>
          <pc:docMk/>
          <pc:sldMk cId="1662304097" sldId="1692"/>
        </pc:sldMkLst>
        <pc:spChg chg="mod">
          <ac:chgData name="Ricardo Luiz Freitas" userId="122532effb8c3c75" providerId="LiveId" clId="{F25EA06F-42E8-443A-875C-35108D1D02DC}" dt="2020-11-17T20:44:56.022" v="898" actId="20577"/>
          <ac:spMkLst>
            <pc:docMk/>
            <pc:sldMk cId="1662304097" sldId="1692"/>
            <ac:spMk id="16388" creationId="{290B4E74-F80B-48B0-8B00-F2EB2342EB3C}"/>
          </ac:spMkLst>
        </pc:spChg>
      </pc:sldChg>
      <pc:sldChg chg="modSp mod setBg">
        <pc:chgData name="Ricardo Luiz Freitas" userId="122532effb8c3c75" providerId="LiveId" clId="{F25EA06F-42E8-443A-875C-35108D1D02DC}" dt="2020-11-17T20:47:08.165" v="902" actId="20577"/>
        <pc:sldMkLst>
          <pc:docMk/>
          <pc:sldMk cId="4293394067" sldId="1693"/>
        </pc:sldMkLst>
        <pc:spChg chg="mod">
          <ac:chgData name="Ricardo Luiz Freitas" userId="122532effb8c3c75" providerId="LiveId" clId="{F25EA06F-42E8-443A-875C-35108D1D02DC}" dt="2020-11-17T20:47:08.165" v="902" actId="20577"/>
          <ac:spMkLst>
            <pc:docMk/>
            <pc:sldMk cId="4293394067" sldId="1693"/>
            <ac:spMk id="16388" creationId="{290B4E74-F80B-48B0-8B00-F2EB2342EB3C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317094954" sldId="169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826343415" sldId="1695"/>
        </pc:sldMkLst>
      </pc:sldChg>
      <pc:sldChg chg="modSp mod setBg">
        <pc:chgData name="Ricardo Luiz Freitas" userId="122532effb8c3c75" providerId="LiveId" clId="{F25EA06F-42E8-443A-875C-35108D1D02DC}" dt="2020-11-17T20:23:54.846" v="893" actId="6549"/>
        <pc:sldMkLst>
          <pc:docMk/>
          <pc:sldMk cId="752901177" sldId="1822"/>
        </pc:sldMkLst>
        <pc:spChg chg="mod">
          <ac:chgData name="Ricardo Luiz Freitas" userId="122532effb8c3c75" providerId="LiveId" clId="{F25EA06F-42E8-443A-875C-35108D1D02DC}" dt="2020-11-17T17:23:56.869" v="755" actId="20577"/>
          <ac:spMkLst>
            <pc:docMk/>
            <pc:sldMk cId="752901177" sldId="1822"/>
            <ac:spMk id="15363" creationId="{14911EB5-62DE-4569-8E4E-4F51C49184A3}"/>
          </ac:spMkLst>
        </pc:spChg>
        <pc:spChg chg="mod">
          <ac:chgData name="Ricardo Luiz Freitas" userId="122532effb8c3c75" providerId="LiveId" clId="{F25EA06F-42E8-443A-875C-35108D1D02DC}" dt="2020-11-17T20:23:54.846" v="893" actId="6549"/>
          <ac:spMkLst>
            <pc:docMk/>
            <pc:sldMk cId="752901177" sldId="1822"/>
            <ac:spMk id="15364" creationId="{FE26207A-B5B7-4F88-8F3E-514F2E25C4FD}"/>
          </ac:spMkLst>
        </pc:spChg>
      </pc:sldChg>
      <pc:sldChg chg="modSp mod setBg">
        <pc:chgData name="Ricardo Luiz Freitas" userId="122532effb8c3c75" providerId="LiveId" clId="{F25EA06F-42E8-443A-875C-35108D1D02DC}" dt="2020-11-17T20:23:26.591" v="891" actId="20577"/>
        <pc:sldMkLst>
          <pc:docMk/>
          <pc:sldMk cId="423771718" sldId="1823"/>
        </pc:sldMkLst>
        <pc:spChg chg="mod">
          <ac:chgData name="Ricardo Luiz Freitas" userId="122532effb8c3c75" providerId="LiveId" clId="{F25EA06F-42E8-443A-875C-35108D1D02DC}" dt="2020-11-17T17:23:20.817" v="749" actId="255"/>
          <ac:spMkLst>
            <pc:docMk/>
            <pc:sldMk cId="423771718" sldId="1823"/>
            <ac:spMk id="15363" creationId="{14911EB5-62DE-4569-8E4E-4F51C49184A3}"/>
          </ac:spMkLst>
        </pc:spChg>
        <pc:spChg chg="mod">
          <ac:chgData name="Ricardo Luiz Freitas" userId="122532effb8c3c75" providerId="LiveId" clId="{F25EA06F-42E8-443A-875C-35108D1D02DC}" dt="2020-11-17T20:23:26.591" v="891" actId="20577"/>
          <ac:spMkLst>
            <pc:docMk/>
            <pc:sldMk cId="423771718" sldId="1823"/>
            <ac:spMk id="15364" creationId="{FE26207A-B5B7-4F88-8F3E-514F2E25C4FD}"/>
          </ac:spMkLst>
        </pc:spChg>
      </pc:sldChg>
      <pc:sldChg chg="addSp delSp modSp mod setBg">
        <pc:chgData name="Ricardo Luiz Freitas" userId="122532effb8c3c75" providerId="LiveId" clId="{F25EA06F-42E8-443A-875C-35108D1D02DC}" dt="2020-11-17T17:43:30.530" v="827"/>
        <pc:sldMkLst>
          <pc:docMk/>
          <pc:sldMk cId="4022008900" sldId="1824"/>
        </pc:sldMkLst>
        <pc:spChg chg="add mod">
          <ac:chgData name="Ricardo Luiz Freitas" userId="122532effb8c3c75" providerId="LiveId" clId="{F25EA06F-42E8-443A-875C-35108D1D02DC}" dt="2020-11-17T17:37:40.493" v="791" actId="14100"/>
          <ac:spMkLst>
            <pc:docMk/>
            <pc:sldMk cId="4022008900" sldId="1824"/>
            <ac:spMk id="2" creationId="{AE24DEB5-FA4C-467A-A0D4-9349CEA8B7A0}"/>
          </ac:spMkLst>
        </pc:spChg>
        <pc:spChg chg="mod">
          <ac:chgData name="Ricardo Luiz Freitas" userId="122532effb8c3c75" providerId="LiveId" clId="{F25EA06F-42E8-443A-875C-35108D1D02DC}" dt="2020-11-17T17:38:02.530" v="807" actId="20577"/>
          <ac:spMkLst>
            <pc:docMk/>
            <pc:sldMk cId="4022008900" sldId="1824"/>
            <ac:spMk id="20485" creationId="{A766C2F6-A880-409B-B15D-AB57E5FA6855}"/>
          </ac:spMkLst>
        </pc:spChg>
        <pc:spChg chg="del">
          <ac:chgData name="Ricardo Luiz Freitas" userId="122532effb8c3c75" providerId="LiveId" clId="{F25EA06F-42E8-443A-875C-35108D1D02DC}" dt="2020-11-17T17:37:30.200" v="784" actId="478"/>
          <ac:spMkLst>
            <pc:docMk/>
            <pc:sldMk cId="4022008900" sldId="1824"/>
            <ac:spMk id="20486" creationId="{653F09DC-2B4F-475A-B834-D265E9CB62E0}"/>
          </ac:spMkLst>
        </pc:spChg>
        <pc:spChg chg="del">
          <ac:chgData name="Ricardo Luiz Freitas" userId="122532effb8c3c75" providerId="LiveId" clId="{F25EA06F-42E8-443A-875C-35108D1D02DC}" dt="2020-11-17T17:37:32.623" v="785" actId="478"/>
          <ac:spMkLst>
            <pc:docMk/>
            <pc:sldMk cId="4022008900" sldId="1824"/>
            <ac:spMk id="20487" creationId="{6DC296A3-FAB3-48DA-A5D5-9E761674C51B}"/>
          </ac:spMkLst>
        </pc:spChg>
      </pc:sldChg>
      <pc:sldChg chg="addSp delSp modSp mod setBg">
        <pc:chgData name="Ricardo Luiz Freitas" userId="122532effb8c3c75" providerId="LiveId" clId="{F25EA06F-42E8-443A-875C-35108D1D02DC}" dt="2020-11-17T17:43:30.530" v="827"/>
        <pc:sldMkLst>
          <pc:docMk/>
          <pc:sldMk cId="1926047483" sldId="1825"/>
        </pc:sldMkLst>
        <pc:spChg chg="add mod">
          <ac:chgData name="Ricardo Luiz Freitas" userId="122532effb8c3c75" providerId="LiveId" clId="{F25EA06F-42E8-443A-875C-35108D1D02DC}" dt="2020-11-17T17:38:28.068" v="812" actId="14100"/>
          <ac:spMkLst>
            <pc:docMk/>
            <pc:sldMk cId="1926047483" sldId="1825"/>
            <ac:spMk id="2" creationId="{4B82EB9A-1661-4BA3-820B-825879423429}"/>
          </ac:spMkLst>
        </pc:spChg>
        <pc:spChg chg="del">
          <ac:chgData name="Ricardo Luiz Freitas" userId="122532effb8c3c75" providerId="LiveId" clId="{F25EA06F-42E8-443A-875C-35108D1D02DC}" dt="2020-11-17T17:38:17.573" v="809" actId="478"/>
          <ac:spMkLst>
            <pc:docMk/>
            <pc:sldMk cId="1926047483" sldId="1825"/>
            <ac:spMk id="8" creationId="{CD0B2EAE-6E0B-48B5-B98C-A36DD56183F6}"/>
          </ac:spMkLst>
        </pc:spChg>
        <pc:spChg chg="del">
          <ac:chgData name="Ricardo Luiz Freitas" userId="122532effb8c3c75" providerId="LiveId" clId="{F25EA06F-42E8-443A-875C-35108D1D02DC}" dt="2020-11-17T17:38:24.397" v="810" actId="478"/>
          <ac:spMkLst>
            <pc:docMk/>
            <pc:sldMk cId="1926047483" sldId="1825"/>
            <ac:spMk id="9" creationId="{CB032286-FA53-4750-A380-75924818742B}"/>
          </ac:spMkLst>
        </pc:spChg>
        <pc:spChg chg="mod">
          <ac:chgData name="Ricardo Luiz Freitas" userId="122532effb8c3c75" providerId="LiveId" clId="{F25EA06F-42E8-443A-875C-35108D1D02DC}" dt="2020-11-17T17:38:51.448" v="825" actId="20577"/>
          <ac:spMkLst>
            <pc:docMk/>
            <pc:sldMk cId="1926047483" sldId="1825"/>
            <ac:spMk id="20485" creationId="{A766C2F6-A880-409B-B15D-AB57E5FA6855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357527509" sldId="182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55109581" sldId="182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565135494" sldId="182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121027782" sldId="182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656024700" sldId="1830"/>
        </pc:sldMkLst>
      </pc:sldChg>
      <pc:sldChg chg="modSp mod setBg">
        <pc:chgData name="Ricardo Luiz Freitas" userId="122532effb8c3c75" providerId="LiveId" clId="{F25EA06F-42E8-443A-875C-35108D1D02DC}" dt="2020-11-17T17:45:47.997" v="878" actId="115"/>
        <pc:sldMkLst>
          <pc:docMk/>
          <pc:sldMk cId="2570515898" sldId="1831"/>
        </pc:sldMkLst>
        <pc:spChg chg="mod">
          <ac:chgData name="Ricardo Luiz Freitas" userId="122532effb8c3c75" providerId="LiveId" clId="{F25EA06F-42E8-443A-875C-35108D1D02DC}" dt="2020-11-17T17:45:47.997" v="878" actId="115"/>
          <ac:spMkLst>
            <pc:docMk/>
            <pc:sldMk cId="2570515898" sldId="1831"/>
            <ac:spMk id="49155" creationId="{9CCFCA57-116E-4315-B2A5-0205D4B78181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815830884" sldId="1832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133833400" sldId="1833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178519156" sldId="183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52089914" sldId="1835"/>
        </pc:sldMkLst>
      </pc:sldChg>
      <pc:sldChg chg="modSp mod setBg">
        <pc:chgData name="Ricardo Luiz Freitas" userId="122532effb8c3c75" providerId="LiveId" clId="{F25EA06F-42E8-443A-875C-35108D1D02DC}" dt="2020-11-20T00:01:54.543" v="1571" actId="20577"/>
        <pc:sldMkLst>
          <pc:docMk/>
          <pc:sldMk cId="3705835308" sldId="1870"/>
        </pc:sldMkLst>
        <pc:spChg chg="mod">
          <ac:chgData name="Ricardo Luiz Freitas" userId="122532effb8c3c75" providerId="LiveId" clId="{F25EA06F-42E8-443A-875C-35108D1D02DC}" dt="2020-11-20T00:01:54.543" v="1571" actId="20577"/>
          <ac:spMkLst>
            <pc:docMk/>
            <pc:sldMk cId="3705835308" sldId="1870"/>
            <ac:spMk id="3" creationId="{B19953AD-F61E-49B2-8CA1-C6C521137C72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50678662" sldId="1882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273467542" sldId="1883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315202597" sldId="1884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4241389156" sldId="1885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470850049" sldId="188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425853612" sldId="188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579647779" sldId="1888"/>
        </pc:sldMkLst>
      </pc:sldChg>
      <pc:sldChg chg="modSp add del mod setBg">
        <pc:chgData name="Ricardo Luiz Freitas" userId="122532effb8c3c75" providerId="LiveId" clId="{F25EA06F-42E8-443A-875C-35108D1D02DC}" dt="2020-11-17T17:45:11.936" v="872" actId="14100"/>
        <pc:sldMkLst>
          <pc:docMk/>
          <pc:sldMk cId="4195010901" sldId="1889"/>
        </pc:sldMkLst>
        <pc:spChg chg="mod">
          <ac:chgData name="Ricardo Luiz Freitas" userId="122532effb8c3c75" providerId="LiveId" clId="{F25EA06F-42E8-443A-875C-35108D1D02DC}" dt="2020-11-17T17:45:11.936" v="872" actId="14100"/>
          <ac:spMkLst>
            <pc:docMk/>
            <pc:sldMk cId="4195010901" sldId="1889"/>
            <ac:spMk id="25603" creationId="{66CC6A9D-5F18-4823-934A-F4E103DD59DD}"/>
          </ac:spMkLst>
        </pc:spChg>
      </pc:sldChg>
      <pc:sldChg chg="modSp mod setBg">
        <pc:chgData name="Ricardo Luiz Freitas" userId="122532effb8c3c75" providerId="LiveId" clId="{F25EA06F-42E8-443A-875C-35108D1D02DC}" dt="2020-11-17T17:45:36.654" v="877" actId="115"/>
        <pc:sldMkLst>
          <pc:docMk/>
          <pc:sldMk cId="839821346" sldId="1890"/>
        </pc:sldMkLst>
        <pc:spChg chg="mod">
          <ac:chgData name="Ricardo Luiz Freitas" userId="122532effb8c3c75" providerId="LiveId" clId="{F25EA06F-42E8-443A-875C-35108D1D02DC}" dt="2020-11-17T17:45:36.654" v="877" actId="115"/>
          <ac:spMkLst>
            <pc:docMk/>
            <pc:sldMk cId="839821346" sldId="1890"/>
            <ac:spMk id="25603" creationId="{66CC6A9D-5F18-4823-934A-F4E103DD59DD}"/>
          </ac:spMkLst>
        </pc:spChg>
      </pc:sldChg>
      <pc:sldChg chg="modSp add del mod setBg">
        <pc:chgData name="Ricardo Luiz Freitas" userId="122532effb8c3c75" providerId="LiveId" clId="{F25EA06F-42E8-443A-875C-35108D1D02DC}" dt="2020-11-17T17:45:22.111" v="874" actId="14100"/>
        <pc:sldMkLst>
          <pc:docMk/>
          <pc:sldMk cId="4219528465" sldId="1891"/>
        </pc:sldMkLst>
        <pc:spChg chg="mod">
          <ac:chgData name="Ricardo Luiz Freitas" userId="122532effb8c3c75" providerId="LiveId" clId="{F25EA06F-42E8-443A-875C-35108D1D02DC}" dt="2020-11-17T17:45:22.111" v="874" actId="14100"/>
          <ac:spMkLst>
            <pc:docMk/>
            <pc:sldMk cId="4219528465" sldId="1891"/>
            <ac:spMk id="25603" creationId="{66CC6A9D-5F18-4823-934A-F4E103DD59DD}"/>
          </ac:spMkLst>
        </pc:spChg>
      </pc:sldChg>
      <pc:sldChg chg="modSp mod setBg">
        <pc:chgData name="Ricardo Luiz Freitas" userId="122532effb8c3c75" providerId="LiveId" clId="{F25EA06F-42E8-443A-875C-35108D1D02DC}" dt="2020-11-17T17:46:09.825" v="883" actId="115"/>
        <pc:sldMkLst>
          <pc:docMk/>
          <pc:sldMk cId="2401395016" sldId="1892"/>
        </pc:sldMkLst>
        <pc:spChg chg="mod">
          <ac:chgData name="Ricardo Luiz Freitas" userId="122532effb8c3c75" providerId="LiveId" clId="{F25EA06F-42E8-443A-875C-35108D1D02DC}" dt="2020-11-17T17:46:09.825" v="883" actId="115"/>
          <ac:spMkLst>
            <pc:docMk/>
            <pc:sldMk cId="2401395016" sldId="1892"/>
            <ac:spMk id="25603" creationId="{66CC6A9D-5F18-4823-934A-F4E103DD59DD}"/>
          </ac:spMkLst>
        </pc:spChg>
      </pc:sldChg>
      <pc:sldChg chg="addSp delSp modSp mod setBg modAnim">
        <pc:chgData name="Ricardo Luiz Freitas" userId="122532effb8c3c75" providerId="LiveId" clId="{F25EA06F-42E8-443A-875C-35108D1D02DC}" dt="2020-11-18T21:45:59.855" v="1384"/>
        <pc:sldMkLst>
          <pc:docMk/>
          <pc:sldMk cId="483055653" sldId="1893"/>
        </pc:sldMkLst>
        <pc:spChg chg="add del">
          <ac:chgData name="Ricardo Luiz Freitas" userId="122532effb8c3c75" providerId="LiveId" clId="{F25EA06F-42E8-443A-875C-35108D1D02DC}" dt="2020-11-18T21:41:17.700" v="1293" actId="478"/>
          <ac:spMkLst>
            <pc:docMk/>
            <pc:sldMk cId="483055653" sldId="1893"/>
            <ac:spMk id="2" creationId="{786F92A2-A74F-4750-A41F-E6B4BFBDBFEB}"/>
          </ac:spMkLst>
        </pc:spChg>
        <pc:spChg chg="add mod">
          <ac:chgData name="Ricardo Luiz Freitas" userId="122532effb8c3c75" providerId="LiveId" clId="{F25EA06F-42E8-443A-875C-35108D1D02DC}" dt="2020-11-18T21:41:57.991" v="1297" actId="1076"/>
          <ac:spMkLst>
            <pc:docMk/>
            <pc:sldMk cId="483055653" sldId="1893"/>
            <ac:spMk id="3" creationId="{86F11EB6-F144-4FD5-A540-8A315EB5657E}"/>
          </ac:spMkLst>
        </pc:spChg>
        <pc:graphicFrameChg chg="add mod modGraphic">
          <ac:chgData name="Ricardo Luiz Freitas" userId="122532effb8c3c75" providerId="LiveId" clId="{F25EA06F-42E8-443A-875C-35108D1D02DC}" dt="2020-11-18T21:39:39.065" v="1240" actId="20577"/>
          <ac:graphicFrameMkLst>
            <pc:docMk/>
            <pc:sldMk cId="483055653" sldId="1893"/>
            <ac:graphicFrameMk id="8" creationId="{2F988148-A96B-48E6-91B5-6F0EFF794379}"/>
          </ac:graphicFrameMkLst>
        </pc:graphicFrameChg>
      </pc:sldChg>
      <pc:sldChg chg="addSp modSp mod setBg modAnim">
        <pc:chgData name="Ricardo Luiz Freitas" userId="122532effb8c3c75" providerId="LiveId" clId="{F25EA06F-42E8-443A-875C-35108D1D02DC}" dt="2020-11-18T23:59:50.881" v="1399" actId="113"/>
        <pc:sldMkLst>
          <pc:docMk/>
          <pc:sldMk cId="2622606062" sldId="1894"/>
        </pc:sldMkLst>
        <pc:spChg chg="add">
          <ac:chgData name="Ricardo Luiz Freitas" userId="122532effb8c3c75" providerId="LiveId" clId="{F25EA06F-42E8-443A-875C-35108D1D02DC}" dt="2020-11-18T21:42:17.244" v="1299" actId="22"/>
          <ac:spMkLst>
            <pc:docMk/>
            <pc:sldMk cId="2622606062" sldId="1894"/>
            <ac:spMk id="3" creationId="{0401CFED-3014-4A65-BA67-EE9A625BB222}"/>
          </ac:spMkLst>
        </pc:spChg>
        <pc:spChg chg="mod">
          <ac:chgData name="Ricardo Luiz Freitas" userId="122532effb8c3c75" providerId="LiveId" clId="{F25EA06F-42E8-443A-875C-35108D1D02DC}" dt="2020-11-18T23:59:50.881" v="1399" actId="113"/>
          <ac:spMkLst>
            <pc:docMk/>
            <pc:sldMk cId="2622606062" sldId="1894"/>
            <ac:spMk id="25605" creationId="{58E5EB94-325C-4710-B12C-DA10D1727E39}"/>
          </ac:spMkLst>
        </pc:spChg>
        <pc:graphicFrameChg chg="add modGraphic">
          <ac:chgData name="Ricardo Luiz Freitas" userId="122532effb8c3c75" providerId="LiveId" clId="{F25EA06F-42E8-443A-875C-35108D1D02DC}" dt="2020-11-18T21:40:23.717" v="1273" actId="20577"/>
          <ac:graphicFrameMkLst>
            <pc:docMk/>
            <pc:sldMk cId="2622606062" sldId="1894"/>
            <ac:graphicFrameMk id="2" creationId="{9F46FA0C-568D-409F-BEB7-70F7FE179ED3}"/>
          </ac:graphicFrameMkLst>
        </pc:graphicFrameChg>
      </pc:sldChg>
      <pc:sldChg chg="addSp modSp mod setBg modAnim">
        <pc:chgData name="Ricardo Luiz Freitas" userId="122532effb8c3c75" providerId="LiveId" clId="{F25EA06F-42E8-443A-875C-35108D1D02DC}" dt="2020-11-19T00:00:26.472" v="1405" actId="207"/>
        <pc:sldMkLst>
          <pc:docMk/>
          <pc:sldMk cId="116332718" sldId="1895"/>
        </pc:sldMkLst>
        <pc:spChg chg="add mod">
          <ac:chgData name="Ricardo Luiz Freitas" userId="122532effb8c3c75" providerId="LiveId" clId="{F25EA06F-42E8-443A-875C-35108D1D02DC}" dt="2020-11-18T21:42:57.406" v="1352" actId="1038"/>
          <ac:spMkLst>
            <pc:docMk/>
            <pc:sldMk cId="116332718" sldId="1895"/>
            <ac:spMk id="3" creationId="{8BDDC61B-680F-4E86-B44C-58D824E08EE5}"/>
          </ac:spMkLst>
        </pc:spChg>
        <pc:spChg chg="mod">
          <ac:chgData name="Ricardo Luiz Freitas" userId="122532effb8c3c75" providerId="LiveId" clId="{F25EA06F-42E8-443A-875C-35108D1D02DC}" dt="2020-11-19T00:00:26.472" v="1405" actId="207"/>
          <ac:spMkLst>
            <pc:docMk/>
            <pc:sldMk cId="116332718" sldId="1895"/>
            <ac:spMk id="25605" creationId="{58E5EB94-325C-4710-B12C-DA10D1727E39}"/>
          </ac:spMkLst>
        </pc:spChg>
        <pc:graphicFrameChg chg="add modGraphic">
          <ac:chgData name="Ricardo Luiz Freitas" userId="122532effb8c3c75" providerId="LiveId" clId="{F25EA06F-42E8-443A-875C-35108D1D02DC}" dt="2020-11-18T21:40:49.631" v="1291" actId="20577"/>
          <ac:graphicFrameMkLst>
            <pc:docMk/>
            <pc:sldMk cId="116332718" sldId="1895"/>
            <ac:graphicFrameMk id="2" creationId="{D62965C0-4E90-459F-820A-7896D378FF21}"/>
          </ac:graphicFrameMkLst>
        </pc:graphicFrameChg>
      </pc:sldChg>
      <pc:sldChg chg="addSp modSp mod setBg modAnim">
        <pc:chgData name="Ricardo Luiz Freitas" userId="122532effb8c3c75" providerId="LiveId" clId="{F25EA06F-42E8-443A-875C-35108D1D02DC}" dt="2020-11-18T21:46:11.901" v="1387"/>
        <pc:sldMkLst>
          <pc:docMk/>
          <pc:sldMk cId="2829065249" sldId="1896"/>
        </pc:sldMkLst>
        <pc:spChg chg="add">
          <ac:chgData name="Ricardo Luiz Freitas" userId="122532effb8c3c75" providerId="LiveId" clId="{F25EA06F-42E8-443A-875C-35108D1D02DC}" dt="2020-11-18T21:44:11.967" v="1379" actId="22"/>
          <ac:spMkLst>
            <pc:docMk/>
            <pc:sldMk cId="2829065249" sldId="1896"/>
            <ac:spMk id="3" creationId="{A49213B9-3EE8-49CA-B14D-2078A94F0762}"/>
          </ac:spMkLst>
        </pc:spChg>
        <pc:spChg chg="mod">
          <ac:chgData name="Ricardo Luiz Freitas" userId="122532effb8c3c75" providerId="LiveId" clId="{F25EA06F-42E8-443A-875C-35108D1D02DC}" dt="2020-11-18T21:43:34.125" v="1365" actId="20577"/>
          <ac:spMkLst>
            <pc:docMk/>
            <pc:sldMk cId="2829065249" sldId="1896"/>
            <ac:spMk id="25605" creationId="{58E5EB94-325C-4710-B12C-DA10D1727E39}"/>
          </ac:spMkLst>
        </pc:spChg>
        <pc:graphicFrameChg chg="add modGraphic">
          <ac:chgData name="Ricardo Luiz Freitas" userId="122532effb8c3c75" providerId="LiveId" clId="{F25EA06F-42E8-443A-875C-35108D1D02DC}" dt="2020-11-18T21:44:02.982" v="1378" actId="20577"/>
          <ac:graphicFrameMkLst>
            <pc:docMk/>
            <pc:sldMk cId="2829065249" sldId="1896"/>
            <ac:graphicFrameMk id="2" creationId="{89F8F2CE-05BB-4C58-B7AC-B16C401D47C1}"/>
          </ac:graphicFrameMkLst>
        </pc:graphicFrame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936511829" sldId="1897"/>
        </pc:sldMkLst>
      </pc:sldChg>
      <pc:sldChg chg="addSp modSp mod setBg modAnim">
        <pc:chgData name="Ricardo Luiz Freitas" userId="122532effb8c3c75" providerId="LiveId" clId="{F25EA06F-42E8-443A-875C-35108D1D02DC}" dt="2020-11-19T00:25:40.866" v="1422" actId="14100"/>
        <pc:sldMkLst>
          <pc:docMk/>
          <pc:sldMk cId="3109541315" sldId="1898"/>
        </pc:sldMkLst>
        <pc:spChg chg="add mod">
          <ac:chgData name="Ricardo Luiz Freitas" userId="122532effb8c3c75" providerId="LiveId" clId="{F25EA06F-42E8-443A-875C-35108D1D02DC}" dt="2020-11-18T21:47:21.359" v="1388"/>
          <ac:spMkLst>
            <pc:docMk/>
            <pc:sldMk cId="3109541315" sldId="1898"/>
            <ac:spMk id="5" creationId="{AC8CBD1D-118D-4570-8A08-09D8E9760AF1}"/>
          </ac:spMkLst>
        </pc:spChg>
        <pc:spChg chg="add mod">
          <ac:chgData name="Ricardo Luiz Freitas" userId="122532effb8c3c75" providerId="LiveId" clId="{F25EA06F-42E8-443A-875C-35108D1D02DC}" dt="2020-11-19T00:25:40.866" v="1422" actId="14100"/>
          <ac:spMkLst>
            <pc:docMk/>
            <pc:sldMk cId="3109541315" sldId="1898"/>
            <ac:spMk id="6" creationId="{DF163C73-7123-439F-B5F1-F474FB196099}"/>
          </ac:spMkLst>
        </pc:spChg>
        <pc:spChg chg="mod">
          <ac:chgData name="Ricardo Luiz Freitas" userId="122532effb8c3c75" providerId="LiveId" clId="{F25EA06F-42E8-443A-875C-35108D1D02DC}" dt="2020-11-19T00:03:57.197" v="1406" actId="20577"/>
          <ac:spMkLst>
            <pc:docMk/>
            <pc:sldMk cId="3109541315" sldId="1898"/>
            <ac:spMk id="34819" creationId="{E92D5B98-D870-461C-BE1C-6869F026EF42}"/>
          </ac:spMkLst>
        </pc:spChg>
        <pc:spChg chg="mod">
          <ac:chgData name="Ricardo Luiz Freitas" userId="122532effb8c3c75" providerId="LiveId" clId="{F25EA06F-42E8-443A-875C-35108D1D02DC}" dt="2020-11-19T00:25:34.576" v="1420" actId="1076"/>
          <ac:spMkLst>
            <pc:docMk/>
            <pc:sldMk cId="3109541315" sldId="1898"/>
            <ac:spMk id="34820" creationId="{53BB7387-C895-4840-BD96-30ED02270D8E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906396209" sldId="189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4082416095" sldId="1900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179719170" sldId="1901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2728528326" sldId="1902"/>
        </pc:sldMkLst>
      </pc:sldChg>
      <pc:sldChg chg="addSp modSp mod setBg modAnim">
        <pc:chgData name="Ricardo Luiz Freitas" userId="122532effb8c3c75" providerId="LiveId" clId="{F25EA06F-42E8-443A-875C-35108D1D02DC}" dt="2020-11-19T00:26:19.074" v="1436" actId="1035"/>
        <pc:sldMkLst>
          <pc:docMk/>
          <pc:sldMk cId="294540547" sldId="1903"/>
        </pc:sldMkLst>
        <pc:spChg chg="add mod">
          <ac:chgData name="Ricardo Luiz Freitas" userId="122532effb8c3c75" providerId="LiveId" clId="{F25EA06F-42E8-443A-875C-35108D1D02DC}" dt="2020-11-19T00:26:19.074" v="1436" actId="1035"/>
          <ac:spMkLst>
            <pc:docMk/>
            <pc:sldMk cId="294540547" sldId="1903"/>
            <ac:spMk id="7" creationId="{EBEE3770-A1B4-4DBD-BA8A-D49AA0B5AA35}"/>
          </ac:spMkLst>
        </pc:spChg>
      </pc:sldChg>
      <pc:sldChg chg="modSp mod setBg">
        <pc:chgData name="Ricardo Luiz Freitas" userId="122532effb8c3c75" providerId="LiveId" clId="{F25EA06F-42E8-443A-875C-35108D1D02DC}" dt="2020-11-19T00:17:16.072" v="1413" actId="20577"/>
        <pc:sldMkLst>
          <pc:docMk/>
          <pc:sldMk cId="4175931561" sldId="1904"/>
        </pc:sldMkLst>
        <pc:spChg chg="mod">
          <ac:chgData name="Ricardo Luiz Freitas" userId="122532effb8c3c75" providerId="LiveId" clId="{F25EA06F-42E8-443A-875C-35108D1D02DC}" dt="2020-11-19T00:17:16.072" v="1413" actId="20577"/>
          <ac:spMkLst>
            <pc:docMk/>
            <pc:sldMk cId="4175931561" sldId="1904"/>
            <ac:spMk id="58372" creationId="{6F70BF35-A65A-4D00-871A-AAE16D97421A}"/>
          </ac:spMkLst>
        </pc:spChg>
      </pc:sldChg>
      <pc:sldChg chg="modSp mod setBg">
        <pc:chgData name="Ricardo Luiz Freitas" userId="122532effb8c3c75" providerId="LiveId" clId="{F25EA06F-42E8-443A-875C-35108D1D02DC}" dt="2020-11-20T00:00:55.354" v="1570" actId="207"/>
        <pc:sldMkLst>
          <pc:docMk/>
          <pc:sldMk cId="340908661" sldId="1905"/>
        </pc:sldMkLst>
        <pc:spChg chg="mod">
          <ac:chgData name="Ricardo Luiz Freitas" userId="122532effb8c3c75" providerId="LiveId" clId="{F25EA06F-42E8-443A-875C-35108D1D02DC}" dt="2020-11-19T23:29:41.509" v="1524" actId="115"/>
          <ac:spMkLst>
            <pc:docMk/>
            <pc:sldMk cId="340908661" sldId="1905"/>
            <ac:spMk id="2" creationId="{8E1DCEB0-5684-4BCB-9BAD-FBB767D514E4}"/>
          </ac:spMkLst>
        </pc:spChg>
        <pc:spChg chg="mod">
          <ac:chgData name="Ricardo Luiz Freitas" userId="122532effb8c3c75" providerId="LiveId" clId="{F25EA06F-42E8-443A-875C-35108D1D02DC}" dt="2020-11-20T00:00:55.354" v="1570" actId="207"/>
          <ac:spMkLst>
            <pc:docMk/>
            <pc:sldMk cId="340908661" sldId="1905"/>
            <ac:spMk id="3" creationId="{B19953AD-F61E-49B2-8CA1-C6C521137C72}"/>
          </ac:spMkLst>
        </pc:spChg>
      </pc:sldChg>
      <pc:sldChg chg="modSp mod setBg">
        <pc:chgData name="Ricardo Luiz Freitas" userId="122532effb8c3c75" providerId="LiveId" clId="{F25EA06F-42E8-443A-875C-35108D1D02DC}" dt="2020-11-17T17:43:30.530" v="827"/>
        <pc:sldMkLst>
          <pc:docMk/>
          <pc:sldMk cId="1252301219" sldId="1923"/>
        </pc:sldMkLst>
        <pc:spChg chg="mod">
          <ac:chgData name="Ricardo Luiz Freitas" userId="122532effb8c3c75" providerId="LiveId" clId="{F25EA06F-42E8-443A-875C-35108D1D02DC}" dt="2020-11-17T17:29:53.354" v="756" actId="255"/>
          <ac:spMkLst>
            <pc:docMk/>
            <pc:sldMk cId="1252301219" sldId="1923"/>
            <ac:spMk id="15363" creationId="{14911EB5-62DE-4569-8E4E-4F51C49184A3}"/>
          </ac:spMkLst>
        </pc:spChg>
      </pc:sldChg>
      <pc:sldChg chg="modSp mod setBg">
        <pc:chgData name="Ricardo Luiz Freitas" userId="122532effb8c3c75" providerId="LiveId" clId="{F25EA06F-42E8-443A-875C-35108D1D02DC}" dt="2020-11-17T17:43:30.530" v="827"/>
        <pc:sldMkLst>
          <pc:docMk/>
          <pc:sldMk cId="3412042146" sldId="1924"/>
        </pc:sldMkLst>
        <pc:spChg chg="mod">
          <ac:chgData name="Ricardo Luiz Freitas" userId="122532effb8c3c75" providerId="LiveId" clId="{F25EA06F-42E8-443A-875C-35108D1D02DC}" dt="2020-11-17T17:22:30.297" v="719" actId="255"/>
          <ac:spMkLst>
            <pc:docMk/>
            <pc:sldMk cId="3412042146" sldId="1924"/>
            <ac:spMk id="15363" creationId="{14911EB5-62DE-4569-8E4E-4F51C49184A3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060129650" sldId="1925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725753531" sldId="1926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172443929" sldId="1927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392599855" sldId="1928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792163423" sldId="1929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681724297" sldId="1930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373887469" sldId="1931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1996373708" sldId="1934"/>
        </pc:sldMkLst>
      </pc:sldChg>
      <pc:sldChg chg="modSp mod setBg">
        <pc:chgData name="Ricardo Luiz Freitas" userId="122532effb8c3c75" providerId="LiveId" clId="{F25EA06F-42E8-443A-875C-35108D1D02DC}" dt="2020-11-17T17:45:29.304" v="876" actId="14100"/>
        <pc:sldMkLst>
          <pc:docMk/>
          <pc:sldMk cId="683153715" sldId="1935"/>
        </pc:sldMkLst>
        <pc:spChg chg="mod">
          <ac:chgData name="Ricardo Luiz Freitas" userId="122532effb8c3c75" providerId="LiveId" clId="{F25EA06F-42E8-443A-875C-35108D1D02DC}" dt="2020-11-17T17:45:29.304" v="876" actId="14100"/>
          <ac:spMkLst>
            <pc:docMk/>
            <pc:sldMk cId="683153715" sldId="1935"/>
            <ac:spMk id="51202" creationId="{763EAC3D-63C8-4251-9255-7167F713F3CC}"/>
          </ac:spMkLst>
        </pc:spChg>
      </pc:sldChg>
      <pc:sldChg chg="addSp modSp mod setBg modAnim">
        <pc:chgData name="Ricardo Luiz Freitas" userId="122532effb8c3c75" providerId="LiveId" clId="{F25EA06F-42E8-443A-875C-35108D1D02DC}" dt="2020-11-19T00:25:53.033" v="1424" actId="14100"/>
        <pc:sldMkLst>
          <pc:docMk/>
          <pc:sldMk cId="3278050003" sldId="1937"/>
        </pc:sldMkLst>
        <pc:spChg chg="add mod">
          <ac:chgData name="Ricardo Luiz Freitas" userId="122532effb8c3c75" providerId="LiveId" clId="{F25EA06F-42E8-443A-875C-35108D1D02DC}" dt="2020-11-18T21:47:31.858" v="1389"/>
          <ac:spMkLst>
            <pc:docMk/>
            <pc:sldMk cId="3278050003" sldId="1937"/>
            <ac:spMk id="5" creationId="{06235BE5-8B2B-4F80-AC75-39ECD22CF0AF}"/>
          </ac:spMkLst>
        </pc:spChg>
        <pc:spChg chg="add mod">
          <ac:chgData name="Ricardo Luiz Freitas" userId="122532effb8c3c75" providerId="LiveId" clId="{F25EA06F-42E8-443A-875C-35108D1D02DC}" dt="2020-11-19T00:25:53.033" v="1424" actId="14100"/>
          <ac:spMkLst>
            <pc:docMk/>
            <pc:sldMk cId="3278050003" sldId="1937"/>
            <ac:spMk id="6" creationId="{5B4A4232-A100-4332-BCD1-78FB880EFBEE}"/>
          </ac:spMkLst>
        </pc:spChg>
        <pc:spChg chg="mod">
          <ac:chgData name="Ricardo Luiz Freitas" userId="122532effb8c3c75" providerId="LiveId" clId="{F25EA06F-42E8-443A-875C-35108D1D02DC}" dt="2020-11-19T00:04:01.393" v="1407" actId="20577"/>
          <ac:spMkLst>
            <pc:docMk/>
            <pc:sldMk cId="3278050003" sldId="1937"/>
            <ac:spMk id="34819" creationId="{E92D5B98-D870-461C-BE1C-6869F026EF42}"/>
          </ac:spMkLst>
        </pc:spChg>
      </pc:sldChg>
      <pc:sldChg chg="addSp modSp setBg modAnim">
        <pc:chgData name="Ricardo Luiz Freitas" userId="122532effb8c3c75" providerId="LiveId" clId="{F25EA06F-42E8-443A-875C-35108D1D02DC}" dt="2020-11-19T00:26:24.152" v="1437"/>
        <pc:sldMkLst>
          <pc:docMk/>
          <pc:sldMk cId="1883853606" sldId="1938"/>
        </pc:sldMkLst>
        <pc:spChg chg="add mod">
          <ac:chgData name="Ricardo Luiz Freitas" userId="122532effb8c3c75" providerId="LiveId" clId="{F25EA06F-42E8-443A-875C-35108D1D02DC}" dt="2020-11-19T00:26:24.152" v="1437"/>
          <ac:spMkLst>
            <pc:docMk/>
            <pc:sldMk cId="1883853606" sldId="1938"/>
            <ac:spMk id="7" creationId="{0E740230-D14E-412F-BA1D-601DFCC8A82C}"/>
          </ac:spMkLst>
        </pc:spChg>
      </pc:sldChg>
      <pc:sldChg chg="addSp modSp mod setBg modAnim">
        <pc:chgData name="Ricardo Luiz Freitas" userId="122532effb8c3c75" providerId="LiveId" clId="{F25EA06F-42E8-443A-875C-35108D1D02DC}" dt="2020-11-19T00:26:09.888" v="1425"/>
        <pc:sldMkLst>
          <pc:docMk/>
          <pc:sldMk cId="1650932336" sldId="1939"/>
        </pc:sldMkLst>
        <pc:spChg chg="mod">
          <ac:chgData name="Ricardo Luiz Freitas" userId="122532effb8c3c75" providerId="LiveId" clId="{F25EA06F-42E8-443A-875C-35108D1D02DC}" dt="2020-11-18T21:48:23.635" v="1391" actId="1076"/>
          <ac:spMkLst>
            <pc:docMk/>
            <pc:sldMk cId="1650932336" sldId="1939"/>
            <ac:spMk id="6" creationId="{AE1C908D-8D0C-4098-9117-7CC91131FA93}"/>
          </ac:spMkLst>
        </pc:spChg>
        <pc:spChg chg="add mod">
          <ac:chgData name="Ricardo Luiz Freitas" userId="122532effb8c3c75" providerId="LiveId" clId="{F25EA06F-42E8-443A-875C-35108D1D02DC}" dt="2020-11-19T00:26:09.888" v="1425"/>
          <ac:spMkLst>
            <pc:docMk/>
            <pc:sldMk cId="1650932336" sldId="1939"/>
            <ac:spMk id="7" creationId="{366D2A11-AE09-4AF9-BD73-7988359F3FC1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3853395700" sldId="1940"/>
        </pc:sldMkLst>
      </pc:sldChg>
      <pc:sldChg chg="modSp mod setBg">
        <pc:chgData name="Ricardo Luiz Freitas" userId="122532effb8c3c75" providerId="LiveId" clId="{F25EA06F-42E8-443A-875C-35108D1D02DC}" dt="2020-11-19T23:59:10.731" v="1560" actId="20577"/>
        <pc:sldMkLst>
          <pc:docMk/>
          <pc:sldMk cId="135267156" sldId="1941"/>
        </pc:sldMkLst>
        <pc:spChg chg="mod">
          <ac:chgData name="Ricardo Luiz Freitas" userId="122532effb8c3c75" providerId="LiveId" clId="{F25EA06F-42E8-443A-875C-35108D1D02DC}" dt="2020-11-19T23:59:10.731" v="1560" actId="20577"/>
          <ac:spMkLst>
            <pc:docMk/>
            <pc:sldMk cId="135267156" sldId="1941"/>
            <ac:spMk id="2" creationId="{8E1DCEB0-5684-4BCB-9BAD-FBB767D514E4}"/>
          </ac:spMkLst>
        </pc:spChg>
        <pc:spChg chg="mod">
          <ac:chgData name="Ricardo Luiz Freitas" userId="122532effb8c3c75" providerId="LiveId" clId="{F25EA06F-42E8-443A-875C-35108D1D02DC}" dt="2020-11-19T23:57:37.518" v="1555" actId="14100"/>
          <ac:spMkLst>
            <pc:docMk/>
            <pc:sldMk cId="135267156" sldId="1941"/>
            <ac:spMk id="3" creationId="{B19953AD-F61E-49B2-8CA1-C6C521137C72}"/>
          </ac:spMkLst>
        </pc:spChg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89234158" sldId="1943"/>
        </pc:sldMkLst>
      </pc:sldChg>
      <pc:sldChg chg="setBg">
        <pc:chgData name="Ricardo Luiz Freitas" userId="122532effb8c3c75" providerId="LiveId" clId="{F25EA06F-42E8-443A-875C-35108D1D02DC}" dt="2020-11-17T17:43:30.530" v="827"/>
        <pc:sldMkLst>
          <pc:docMk/>
          <pc:sldMk cId="5621535" sldId="1944"/>
        </pc:sldMkLst>
      </pc:sldChg>
      <pc:sldChg chg="addSp delSp modSp new mod setBg modAnim">
        <pc:chgData name="Ricardo Luiz Freitas" userId="122532effb8c3c75" providerId="LiveId" clId="{F25EA06F-42E8-443A-875C-35108D1D02DC}" dt="2020-11-20T00:00:17.254" v="1564" actId="207"/>
        <pc:sldMkLst>
          <pc:docMk/>
          <pc:sldMk cId="2307024120" sldId="1945"/>
        </pc:sldMkLst>
        <pc:spChg chg="mod">
          <ac:chgData name="Ricardo Luiz Freitas" userId="122532effb8c3c75" providerId="LiveId" clId="{F25EA06F-42E8-443A-875C-35108D1D02DC}" dt="2020-11-12T02:33:23.116" v="140" actId="113"/>
          <ac:spMkLst>
            <pc:docMk/>
            <pc:sldMk cId="2307024120" sldId="1945"/>
            <ac:spMk id="2" creationId="{5B9E64B7-75AF-4EE9-B49D-AEADB5FB9DB8}"/>
          </ac:spMkLst>
        </pc:spChg>
        <pc:spChg chg="mod">
          <ac:chgData name="Ricardo Luiz Freitas" userId="122532effb8c3c75" providerId="LiveId" clId="{F25EA06F-42E8-443A-875C-35108D1D02DC}" dt="2020-11-20T00:00:17.254" v="1564" actId="207"/>
          <ac:spMkLst>
            <pc:docMk/>
            <pc:sldMk cId="2307024120" sldId="1945"/>
            <ac:spMk id="3" creationId="{5A4D55D3-9C64-407E-8F29-A12045EE2C51}"/>
          </ac:spMkLst>
        </pc:spChg>
        <pc:spChg chg="add mod">
          <ac:chgData name="Ricardo Luiz Freitas" userId="122532effb8c3c75" providerId="LiveId" clId="{F25EA06F-42E8-443A-875C-35108D1D02DC}" dt="2020-11-12T02:46:23.863" v="272" actId="1035"/>
          <ac:spMkLst>
            <pc:docMk/>
            <pc:sldMk cId="2307024120" sldId="1945"/>
            <ac:spMk id="5" creationId="{F21FB410-1957-4408-B710-83EF5B62D2BB}"/>
          </ac:spMkLst>
        </pc:spChg>
        <pc:spChg chg="add mod">
          <ac:chgData name="Ricardo Luiz Freitas" userId="122532effb8c3c75" providerId="LiveId" clId="{F25EA06F-42E8-443A-875C-35108D1D02DC}" dt="2020-11-12T02:47:14.866" v="311" actId="1076"/>
          <ac:spMkLst>
            <pc:docMk/>
            <pc:sldMk cId="2307024120" sldId="1945"/>
            <ac:spMk id="6" creationId="{537E0BB5-436A-4EA6-842C-3EA5055FD9BD}"/>
          </ac:spMkLst>
        </pc:spChg>
        <pc:spChg chg="add del mod">
          <ac:chgData name="Ricardo Luiz Freitas" userId="122532effb8c3c75" providerId="LiveId" clId="{F25EA06F-42E8-443A-875C-35108D1D02DC}" dt="2020-11-12T02:48:20.971" v="313"/>
          <ac:spMkLst>
            <pc:docMk/>
            <pc:sldMk cId="2307024120" sldId="1945"/>
            <ac:spMk id="7" creationId="{CFA04275-EBA2-4C58-BA86-EAC861F4D707}"/>
          </ac:spMkLst>
        </pc:spChg>
      </pc:sldChg>
      <pc:sldChg chg="modSp add mod setBg">
        <pc:chgData name="Ricardo Luiz Freitas" userId="122532effb8c3c75" providerId="LiveId" clId="{F25EA06F-42E8-443A-875C-35108D1D02DC}" dt="2020-11-20T00:00:13.250" v="1563" actId="207"/>
        <pc:sldMkLst>
          <pc:docMk/>
          <pc:sldMk cId="1854838444" sldId="1946"/>
        </pc:sldMkLst>
        <pc:spChg chg="mod">
          <ac:chgData name="Ricardo Luiz Freitas" userId="122532effb8c3c75" providerId="LiveId" clId="{F25EA06F-42E8-443A-875C-35108D1D02DC}" dt="2020-11-20T00:00:13.250" v="1563" actId="207"/>
          <ac:spMkLst>
            <pc:docMk/>
            <pc:sldMk cId="1854838444" sldId="1946"/>
            <ac:spMk id="3" creationId="{5A4D55D3-9C64-407E-8F29-A12045EE2C51}"/>
          </ac:spMkLst>
        </pc:spChg>
        <pc:spChg chg="mod">
          <ac:chgData name="Ricardo Luiz Freitas" userId="122532effb8c3c75" providerId="LiveId" clId="{F25EA06F-42E8-443A-875C-35108D1D02DC}" dt="2020-11-12T02:50:10.903" v="410" actId="1035"/>
          <ac:spMkLst>
            <pc:docMk/>
            <pc:sldMk cId="1854838444" sldId="1946"/>
            <ac:spMk id="6" creationId="{537E0BB5-436A-4EA6-842C-3EA5055FD9BD}"/>
          </ac:spMkLst>
        </pc:spChg>
      </pc:sldChg>
      <pc:sldChg chg="modSp new mod setBg">
        <pc:chgData name="Ricardo Luiz Freitas" userId="122532effb8c3c75" providerId="LiveId" clId="{F25EA06F-42E8-443A-875C-35108D1D02DC}" dt="2020-11-17T17:43:30.530" v="827"/>
        <pc:sldMkLst>
          <pc:docMk/>
          <pc:sldMk cId="2976919230" sldId="1947"/>
        </pc:sldMkLst>
        <pc:spChg chg="mod">
          <ac:chgData name="Ricardo Luiz Freitas" userId="122532effb8c3c75" providerId="LiveId" clId="{F25EA06F-42E8-443A-875C-35108D1D02DC}" dt="2020-11-12T23:14:07.824" v="603" actId="6549"/>
          <ac:spMkLst>
            <pc:docMk/>
            <pc:sldMk cId="2976919230" sldId="1947"/>
            <ac:spMk id="2" creationId="{A0746F10-9925-49CB-8703-052C90A54001}"/>
          </ac:spMkLst>
        </pc:spChg>
        <pc:spChg chg="mod">
          <ac:chgData name="Ricardo Luiz Freitas" userId="122532effb8c3c75" providerId="LiveId" clId="{F25EA06F-42E8-443A-875C-35108D1D02DC}" dt="2020-11-12T23:16:24.199" v="695" actId="20577"/>
          <ac:spMkLst>
            <pc:docMk/>
            <pc:sldMk cId="2976919230" sldId="1947"/>
            <ac:spMk id="3" creationId="{FD49E672-EA50-4081-A24B-B9C719C30273}"/>
          </ac:spMkLst>
        </pc:spChg>
      </pc:sldChg>
      <pc:sldChg chg="modSp add del mod setBg">
        <pc:chgData name="Ricardo Luiz Freitas" userId="122532effb8c3c75" providerId="LiveId" clId="{F25EA06F-42E8-443A-875C-35108D1D02DC}" dt="2020-11-12T23:14:02.639" v="591" actId="47"/>
        <pc:sldMkLst>
          <pc:docMk/>
          <pc:sldMk cId="2092243947" sldId="1948"/>
        </pc:sldMkLst>
        <pc:spChg chg="mod">
          <ac:chgData name="Ricardo Luiz Freitas" userId="122532effb8c3c75" providerId="LiveId" clId="{F25EA06F-42E8-443A-875C-35108D1D02DC}" dt="2020-11-12T23:13:48.725" v="590" actId="6549"/>
          <ac:spMkLst>
            <pc:docMk/>
            <pc:sldMk cId="2092243947" sldId="1948"/>
            <ac:spMk id="2" creationId="{A0746F10-9925-49CB-8703-052C90A54001}"/>
          </ac:spMkLst>
        </pc:spChg>
        <pc:spChg chg="mod">
          <ac:chgData name="Ricardo Luiz Freitas" userId="122532effb8c3c75" providerId="LiveId" clId="{F25EA06F-42E8-443A-875C-35108D1D02DC}" dt="2020-11-12T23:12:59.872" v="558" actId="20577"/>
          <ac:spMkLst>
            <pc:docMk/>
            <pc:sldMk cId="2092243947" sldId="1948"/>
            <ac:spMk id="3" creationId="{FD49E672-EA50-4081-A24B-B9C719C30273}"/>
          </ac:spMkLst>
        </pc:spChg>
      </pc:sldChg>
      <pc:sldChg chg="modSp add mod setBg">
        <pc:chgData name="Ricardo Luiz Freitas" userId="122532effb8c3c75" providerId="LiveId" clId="{F25EA06F-42E8-443A-875C-35108D1D02DC}" dt="2020-11-20T00:00:48.726" v="1569" actId="207"/>
        <pc:sldMkLst>
          <pc:docMk/>
          <pc:sldMk cId="4032656087" sldId="1948"/>
        </pc:sldMkLst>
        <pc:spChg chg="mod">
          <ac:chgData name="Ricardo Luiz Freitas" userId="122532effb8c3c75" providerId="LiveId" clId="{F25EA06F-42E8-443A-875C-35108D1D02DC}" dt="2020-11-19T23:30:24.560" v="1547" actId="115"/>
          <ac:spMkLst>
            <pc:docMk/>
            <pc:sldMk cId="4032656087" sldId="1948"/>
            <ac:spMk id="2" creationId="{8E1DCEB0-5684-4BCB-9BAD-FBB767D514E4}"/>
          </ac:spMkLst>
        </pc:spChg>
        <pc:spChg chg="mod">
          <ac:chgData name="Ricardo Luiz Freitas" userId="122532effb8c3c75" providerId="LiveId" clId="{F25EA06F-42E8-443A-875C-35108D1D02DC}" dt="2020-11-20T00:00:48.726" v="1569" actId="207"/>
          <ac:spMkLst>
            <pc:docMk/>
            <pc:sldMk cId="4032656087" sldId="1948"/>
            <ac:spMk id="3" creationId="{B19953AD-F61E-49B2-8CA1-C6C521137C72}"/>
          </ac:spMkLst>
        </pc:spChg>
        <pc:spChg chg="mod">
          <ac:chgData name="Ricardo Luiz Freitas" userId="122532effb8c3c75" providerId="LiveId" clId="{F25EA06F-42E8-443A-875C-35108D1D02DC}" dt="2020-11-19T23:30:53.447" v="1551" actId="1035"/>
          <ac:spMkLst>
            <pc:docMk/>
            <pc:sldMk cId="4032656087" sldId="1948"/>
            <ac:spMk id="5" creationId="{1FFA5417-B922-456F-8271-4F1D17F1E865}"/>
          </ac:spMkLst>
        </pc:spChg>
        <pc:spChg chg="mod">
          <ac:chgData name="Ricardo Luiz Freitas" userId="122532effb8c3c75" providerId="LiveId" clId="{F25EA06F-42E8-443A-875C-35108D1D02DC}" dt="2020-11-19T23:27:58.862" v="1481" actId="1076"/>
          <ac:spMkLst>
            <pc:docMk/>
            <pc:sldMk cId="4032656087" sldId="1948"/>
            <ac:spMk id="6" creationId="{2520D9ED-F19B-4A83-AEB3-D7B8B60E2B3E}"/>
          </ac:spMkLst>
        </pc:spChg>
      </pc:sldChg>
      <pc:sldChg chg="modSp add del mod setBg">
        <pc:chgData name="Ricardo Luiz Freitas" userId="122532effb8c3c75" providerId="LiveId" clId="{F25EA06F-42E8-443A-875C-35108D1D02DC}" dt="2020-11-12T23:14:03.825" v="592" actId="47"/>
        <pc:sldMkLst>
          <pc:docMk/>
          <pc:sldMk cId="1226052216" sldId="1949"/>
        </pc:sldMkLst>
        <pc:spChg chg="mod">
          <ac:chgData name="Ricardo Luiz Freitas" userId="122532effb8c3c75" providerId="LiveId" clId="{F25EA06F-42E8-443A-875C-35108D1D02DC}" dt="2020-11-12T23:13:35.620" v="579"/>
          <ac:spMkLst>
            <pc:docMk/>
            <pc:sldMk cId="1226052216" sldId="1949"/>
            <ac:spMk id="2" creationId="{A0746F10-9925-49CB-8703-052C90A54001}"/>
          </ac:spMkLst>
        </pc:spChg>
        <pc:spChg chg="mod">
          <ac:chgData name="Ricardo Luiz Freitas" userId="122532effb8c3c75" providerId="LiveId" clId="{F25EA06F-42E8-443A-875C-35108D1D02DC}" dt="2020-11-12T23:13:03.686" v="559" actId="20577"/>
          <ac:spMkLst>
            <pc:docMk/>
            <pc:sldMk cId="1226052216" sldId="1949"/>
            <ac:spMk id="3" creationId="{FD49E672-EA50-4081-A24B-B9C719C30273}"/>
          </ac:spMkLst>
        </pc:spChg>
      </pc:sldChg>
    </pc:docChg>
  </pc:docChgLst>
  <pc:docChgLst>
    <pc:chgData name="Ricardo Luiz Freitas" userId="122532effb8c3c75" providerId="LiveId" clId="{55796886-2295-4559-AB9F-82E6496BF1D2}"/>
    <pc:docChg chg="undo redo custSel addSld delSld modSld sldOrd">
      <pc:chgData name="Ricardo Luiz Freitas" userId="122532effb8c3c75" providerId="LiveId" clId="{55796886-2295-4559-AB9F-82E6496BF1D2}" dt="2020-06-11T00:49:05.458" v="1142"/>
      <pc:docMkLst>
        <pc:docMk/>
      </pc:docMkLst>
      <pc:sldChg chg="ord">
        <pc:chgData name="Ricardo Luiz Freitas" userId="122532effb8c3c75" providerId="LiveId" clId="{55796886-2295-4559-AB9F-82E6496BF1D2}" dt="2020-06-04T01:46:40.609" v="658"/>
        <pc:sldMkLst>
          <pc:docMk/>
          <pc:sldMk cId="0" sldId="449"/>
        </pc:sldMkLst>
      </pc:sldChg>
      <pc:sldChg chg="modSp">
        <pc:chgData name="Ricardo Luiz Freitas" userId="122532effb8c3c75" providerId="LiveId" clId="{55796886-2295-4559-AB9F-82E6496BF1D2}" dt="2020-06-04T23:12:22.718" v="805" actId="113"/>
        <pc:sldMkLst>
          <pc:docMk/>
          <pc:sldMk cId="0" sldId="797"/>
        </pc:sldMkLst>
        <pc:spChg chg="mod">
          <ac:chgData name="Ricardo Luiz Freitas" userId="122532effb8c3c75" providerId="LiveId" clId="{55796886-2295-4559-AB9F-82E6496BF1D2}" dt="2020-06-04T23:12:22.718" v="805" actId="113"/>
          <ac:spMkLst>
            <pc:docMk/>
            <pc:sldMk cId="0" sldId="797"/>
            <ac:spMk id="41988" creationId="{4B5683E3-419E-4B0B-8315-D692857EAB2B}"/>
          </ac:spMkLst>
        </pc:spChg>
      </pc:sldChg>
      <pc:sldChg chg="modSp">
        <pc:chgData name="Ricardo Luiz Freitas" userId="122532effb8c3c75" providerId="LiveId" clId="{55796886-2295-4559-AB9F-82E6496BF1D2}" dt="2020-06-04T23:13:43.718" v="806"/>
        <pc:sldMkLst>
          <pc:docMk/>
          <pc:sldMk cId="0" sldId="798"/>
        </pc:sldMkLst>
        <pc:spChg chg="mod">
          <ac:chgData name="Ricardo Luiz Freitas" userId="122532effb8c3c75" providerId="LiveId" clId="{55796886-2295-4559-AB9F-82E6496BF1D2}" dt="2020-06-04T23:13:43.718" v="806"/>
          <ac:spMkLst>
            <pc:docMk/>
            <pc:sldMk cId="0" sldId="798"/>
            <ac:spMk id="44036" creationId="{07336059-FB2B-43EF-8EC8-E2A56390EE64}"/>
          </ac:spMkLst>
        </pc:spChg>
      </pc:sldChg>
      <pc:sldChg chg="modSp">
        <pc:chgData name="Ricardo Luiz Freitas" userId="122532effb8c3c75" providerId="LiveId" clId="{55796886-2295-4559-AB9F-82E6496BF1D2}" dt="2020-06-04T23:10:38.562" v="801"/>
        <pc:sldMkLst>
          <pc:docMk/>
          <pc:sldMk cId="0" sldId="804"/>
        </pc:sldMkLst>
        <pc:spChg chg="mod">
          <ac:chgData name="Ricardo Luiz Freitas" userId="122532effb8c3c75" providerId="LiveId" clId="{55796886-2295-4559-AB9F-82E6496BF1D2}" dt="2020-06-04T23:10:38.562" v="801"/>
          <ac:spMkLst>
            <pc:docMk/>
            <pc:sldMk cId="0" sldId="804"/>
            <ac:spMk id="37892" creationId="{E918DDB4-D957-4A5C-8000-F190B779626F}"/>
          </ac:spMkLst>
        </pc:spChg>
      </pc:sldChg>
      <pc:sldChg chg="modSp">
        <pc:chgData name="Ricardo Luiz Freitas" userId="122532effb8c3c75" providerId="LiveId" clId="{55796886-2295-4559-AB9F-82E6496BF1D2}" dt="2020-06-04T23:14:06.645" v="808" actId="113"/>
        <pc:sldMkLst>
          <pc:docMk/>
          <pc:sldMk cId="0" sldId="812"/>
        </pc:sldMkLst>
        <pc:spChg chg="mod">
          <ac:chgData name="Ricardo Luiz Freitas" userId="122532effb8c3c75" providerId="LiveId" clId="{55796886-2295-4559-AB9F-82E6496BF1D2}" dt="2020-06-04T23:14:06.645" v="808" actId="113"/>
          <ac:spMkLst>
            <pc:docMk/>
            <pc:sldMk cId="0" sldId="812"/>
            <ac:spMk id="46084" creationId="{DE9B3CBC-D984-42C8-9E08-BC1B7EBDE18D}"/>
          </ac:spMkLst>
        </pc:spChg>
      </pc:sldChg>
      <pc:sldChg chg="modSp">
        <pc:chgData name="Ricardo Luiz Freitas" userId="122532effb8c3c75" providerId="LiveId" clId="{55796886-2295-4559-AB9F-82E6496BF1D2}" dt="2020-06-10T01:21:53.203" v="890" actId="115"/>
        <pc:sldMkLst>
          <pc:docMk/>
          <pc:sldMk cId="0" sldId="882"/>
        </pc:sldMkLst>
        <pc:spChg chg="mod">
          <ac:chgData name="Ricardo Luiz Freitas" userId="122532effb8c3c75" providerId="LiveId" clId="{55796886-2295-4559-AB9F-82E6496BF1D2}" dt="2020-06-10T01:21:53.203" v="890" actId="115"/>
          <ac:spMkLst>
            <pc:docMk/>
            <pc:sldMk cId="0" sldId="882"/>
            <ac:spMk id="114692" creationId="{203405B6-A690-45C1-961C-0BF2119159D7}"/>
          </ac:spMkLst>
        </pc:spChg>
      </pc:sldChg>
      <pc:sldChg chg="modSp add del">
        <pc:chgData name="Ricardo Luiz Freitas" userId="122532effb8c3c75" providerId="LiveId" clId="{55796886-2295-4559-AB9F-82E6496BF1D2}" dt="2020-06-04T01:19:37.681" v="491"/>
        <pc:sldMkLst>
          <pc:docMk/>
          <pc:sldMk cId="0" sldId="966"/>
        </pc:sldMkLst>
        <pc:spChg chg="mod">
          <ac:chgData name="Ricardo Luiz Freitas" userId="122532effb8c3c75" providerId="LiveId" clId="{55796886-2295-4559-AB9F-82E6496BF1D2}" dt="2020-06-04T01:15:20.017" v="489" actId="20577"/>
          <ac:spMkLst>
            <pc:docMk/>
            <pc:sldMk cId="0" sldId="966"/>
            <ac:spMk id="23557" creationId="{577D731F-AF4E-4FB3-8F40-0781A703E095}"/>
          </ac:spMkLst>
        </pc:spChg>
      </pc:sldChg>
      <pc:sldChg chg="addSp modAnim">
        <pc:chgData name="Ricardo Luiz Freitas" userId="122532effb8c3c75" providerId="LiveId" clId="{55796886-2295-4559-AB9F-82E6496BF1D2}" dt="2020-06-11T00:48:32.532" v="1141"/>
        <pc:sldMkLst>
          <pc:docMk/>
          <pc:sldMk cId="0" sldId="969"/>
        </pc:sldMkLst>
        <pc:spChg chg="add">
          <ac:chgData name="Ricardo Luiz Freitas" userId="122532effb8c3c75" providerId="LiveId" clId="{55796886-2295-4559-AB9F-82E6496BF1D2}" dt="2020-06-11T00:48:32.532" v="1141"/>
          <ac:spMkLst>
            <pc:docMk/>
            <pc:sldMk cId="0" sldId="969"/>
            <ac:spMk id="6" creationId="{62B637E1-CCBD-4A81-A21D-16C95023A193}"/>
          </ac:spMkLst>
        </pc:spChg>
      </pc:sldChg>
      <pc:sldChg chg="modSp">
        <pc:chgData name="Ricardo Luiz Freitas" userId="122532effb8c3c75" providerId="LiveId" clId="{55796886-2295-4559-AB9F-82E6496BF1D2}" dt="2020-06-04T01:52:53.707" v="678" actId="115"/>
        <pc:sldMkLst>
          <pc:docMk/>
          <pc:sldMk cId="0" sldId="970"/>
        </pc:sldMkLst>
        <pc:spChg chg="mod">
          <ac:chgData name="Ricardo Luiz Freitas" userId="122532effb8c3c75" providerId="LiveId" clId="{55796886-2295-4559-AB9F-82E6496BF1D2}" dt="2020-06-04T01:52:53.707" v="678" actId="115"/>
          <ac:spMkLst>
            <pc:docMk/>
            <pc:sldMk cId="0" sldId="970"/>
            <ac:spMk id="6" creationId="{C882CD11-1C2F-444B-92F7-4F1539AAAF33}"/>
          </ac:spMkLst>
        </pc:spChg>
      </pc:sldChg>
      <pc:sldChg chg="modSp ord">
        <pc:chgData name="Ricardo Luiz Freitas" userId="122532effb8c3c75" providerId="LiveId" clId="{55796886-2295-4559-AB9F-82E6496BF1D2}" dt="2020-06-04T01:52:57.350" v="679" actId="115"/>
        <pc:sldMkLst>
          <pc:docMk/>
          <pc:sldMk cId="0" sldId="971"/>
        </pc:sldMkLst>
        <pc:spChg chg="mod">
          <ac:chgData name="Ricardo Luiz Freitas" userId="122532effb8c3c75" providerId="LiveId" clId="{55796886-2295-4559-AB9F-82E6496BF1D2}" dt="2020-06-04T01:52:57.350" v="679" actId="115"/>
          <ac:spMkLst>
            <pc:docMk/>
            <pc:sldMk cId="0" sldId="971"/>
            <ac:spMk id="5" creationId="{C882CD11-1C2F-444B-92F7-4F1539AAAF33}"/>
          </ac:spMkLst>
        </pc:spChg>
      </pc:sldChg>
      <pc:sldChg chg="modSp">
        <pc:chgData name="Ricardo Luiz Freitas" userId="122532effb8c3c75" providerId="LiveId" clId="{55796886-2295-4559-AB9F-82E6496BF1D2}" dt="2020-06-04T23:08:06.123" v="800" actId="20577"/>
        <pc:sldMkLst>
          <pc:docMk/>
          <pc:sldMk cId="0" sldId="1480"/>
        </pc:sldMkLst>
        <pc:spChg chg="mod">
          <ac:chgData name="Ricardo Luiz Freitas" userId="122532effb8c3c75" providerId="LiveId" clId="{55796886-2295-4559-AB9F-82E6496BF1D2}" dt="2020-06-04T23:08:06.123" v="800" actId="20577"/>
          <ac:spMkLst>
            <pc:docMk/>
            <pc:sldMk cId="0" sldId="1480"/>
            <ac:spMk id="35844" creationId="{54B1C42D-BA46-4B88-91DD-3EDB4826401D}"/>
          </ac:spMkLst>
        </pc:spChg>
      </pc:sldChg>
      <pc:sldChg chg="modSp">
        <pc:chgData name="Ricardo Luiz Freitas" userId="122532effb8c3c75" providerId="LiveId" clId="{55796886-2295-4559-AB9F-82E6496BF1D2}" dt="2020-06-04T23:11:52.152" v="802"/>
        <pc:sldMkLst>
          <pc:docMk/>
          <pc:sldMk cId="0" sldId="1482"/>
        </pc:sldMkLst>
        <pc:spChg chg="mod">
          <ac:chgData name="Ricardo Luiz Freitas" userId="122532effb8c3c75" providerId="LiveId" clId="{55796886-2295-4559-AB9F-82E6496BF1D2}" dt="2020-06-04T23:11:52.152" v="802"/>
          <ac:spMkLst>
            <pc:docMk/>
            <pc:sldMk cId="0" sldId="1482"/>
            <ac:spMk id="39940" creationId="{E5312E29-F776-43AC-9158-6F28A876B338}"/>
          </ac:spMkLst>
        </pc:spChg>
      </pc:sldChg>
      <pc:sldChg chg="ord">
        <pc:chgData name="Ricardo Luiz Freitas" userId="122532effb8c3c75" providerId="LiveId" clId="{55796886-2295-4559-AB9F-82E6496BF1D2}" dt="2020-06-03T23:25:03.448" v="42"/>
        <pc:sldMkLst>
          <pc:docMk/>
          <pc:sldMk cId="0" sldId="1489"/>
        </pc:sldMkLst>
      </pc:sldChg>
      <pc:sldChg chg="modSp setBg">
        <pc:chgData name="Ricardo Luiz Freitas" userId="122532effb8c3c75" providerId="LiveId" clId="{55796886-2295-4559-AB9F-82E6496BF1D2}" dt="2020-06-04T22:53:27.725" v="689" actId="20577"/>
        <pc:sldMkLst>
          <pc:docMk/>
          <pc:sldMk cId="0" sldId="1491"/>
        </pc:sldMkLst>
        <pc:spChg chg="mod">
          <ac:chgData name="Ricardo Luiz Freitas" userId="122532effb8c3c75" providerId="LiveId" clId="{55796886-2295-4559-AB9F-82E6496BF1D2}" dt="2020-06-04T22:53:27.725" v="689" actId="20577"/>
          <ac:spMkLst>
            <pc:docMk/>
            <pc:sldMk cId="0" sldId="1491"/>
            <ac:spMk id="53250" creationId="{9D380137-BE3B-4C9D-9AEE-3AFB84D36DFB}"/>
          </ac:spMkLst>
        </pc:spChg>
        <pc:graphicFrameChg chg="modGraphic">
          <ac:chgData name="Ricardo Luiz Freitas" userId="122532effb8c3c75" providerId="LiveId" clId="{55796886-2295-4559-AB9F-82E6496BF1D2}" dt="2020-06-03T23:26:23.200" v="81" actId="20577"/>
          <ac:graphicFrameMkLst>
            <pc:docMk/>
            <pc:sldMk cId="0" sldId="1491"/>
            <ac:graphicFrameMk id="10" creationId="{82DF53B2-07CE-496A-9500-21C8BD291A62}"/>
          </ac:graphicFrameMkLst>
        </pc:graphicFrameChg>
      </pc:sldChg>
      <pc:sldChg chg="ord">
        <pc:chgData name="Ricardo Luiz Freitas" userId="122532effb8c3c75" providerId="LiveId" clId="{55796886-2295-4559-AB9F-82E6496BF1D2}" dt="2020-06-04T01:34:34.657" v="588"/>
        <pc:sldMkLst>
          <pc:docMk/>
          <pc:sldMk cId="0" sldId="1511"/>
        </pc:sldMkLst>
      </pc:sldChg>
      <pc:sldChg chg="modSp">
        <pc:chgData name="Ricardo Luiz Freitas" userId="122532effb8c3c75" providerId="LiveId" clId="{55796886-2295-4559-AB9F-82E6496BF1D2}" dt="2020-06-04T23:06:44.925" v="779" actId="6549"/>
        <pc:sldMkLst>
          <pc:docMk/>
          <pc:sldMk cId="0" sldId="1512"/>
        </pc:sldMkLst>
        <pc:spChg chg="mod">
          <ac:chgData name="Ricardo Luiz Freitas" userId="122532effb8c3c75" providerId="LiveId" clId="{55796886-2295-4559-AB9F-82E6496BF1D2}" dt="2020-06-04T23:06:44.925" v="779" actId="6549"/>
          <ac:spMkLst>
            <pc:docMk/>
            <pc:sldMk cId="0" sldId="1512"/>
            <ac:spMk id="86019" creationId="{39BAAB10-23D0-4C5F-89D1-F34FC9ADB0B7}"/>
          </ac:spMkLst>
        </pc:spChg>
      </pc:sldChg>
      <pc:sldChg chg="modSp">
        <pc:chgData name="Ricardo Luiz Freitas" userId="122532effb8c3c75" providerId="LiveId" clId="{55796886-2295-4559-AB9F-82E6496BF1D2}" dt="2020-06-10T01:20:36.673" v="881" actId="115"/>
        <pc:sldMkLst>
          <pc:docMk/>
          <pc:sldMk cId="0" sldId="1526"/>
        </pc:sldMkLst>
        <pc:spChg chg="mod">
          <ac:chgData name="Ricardo Luiz Freitas" userId="122532effb8c3c75" providerId="LiveId" clId="{55796886-2295-4559-AB9F-82E6496BF1D2}" dt="2020-06-10T01:20:36.673" v="881" actId="115"/>
          <ac:spMkLst>
            <pc:docMk/>
            <pc:sldMk cId="0" sldId="1526"/>
            <ac:spMk id="111620" creationId="{D4EC191A-F638-4EE0-9CE2-2D75B5261429}"/>
          </ac:spMkLst>
        </pc:spChg>
      </pc:sldChg>
      <pc:sldChg chg="modSp">
        <pc:chgData name="Ricardo Luiz Freitas" userId="122532effb8c3c75" providerId="LiveId" clId="{55796886-2295-4559-AB9F-82E6496BF1D2}" dt="2020-06-03T23:28:04.452" v="82" actId="255"/>
        <pc:sldMkLst>
          <pc:docMk/>
          <pc:sldMk cId="4196556131" sldId="1636"/>
        </pc:sldMkLst>
        <pc:spChg chg="mod">
          <ac:chgData name="Ricardo Luiz Freitas" userId="122532effb8c3c75" providerId="LiveId" clId="{55796886-2295-4559-AB9F-82E6496BF1D2}" dt="2020-06-03T23:28:04.452" v="82" actId="255"/>
          <ac:spMkLst>
            <pc:docMk/>
            <pc:sldMk cId="4196556131" sldId="1636"/>
            <ac:spMk id="67588" creationId="{E4A55CE1-8FC4-49D3-A7EC-A11EB683290B}"/>
          </ac:spMkLst>
        </pc:spChg>
      </pc:sldChg>
      <pc:sldChg chg="delSp modSp">
        <pc:chgData name="Ricardo Luiz Freitas" userId="122532effb8c3c75" providerId="LiveId" clId="{55796886-2295-4559-AB9F-82E6496BF1D2}" dt="2020-06-04T23:01:02.955" v="722" actId="113"/>
        <pc:sldMkLst>
          <pc:docMk/>
          <pc:sldMk cId="1432777737" sldId="1684"/>
        </pc:sldMkLst>
        <pc:spChg chg="del">
          <ac:chgData name="Ricardo Luiz Freitas" userId="122532effb8c3c75" providerId="LiveId" clId="{55796886-2295-4559-AB9F-82E6496BF1D2}" dt="2020-06-04T01:00:39.243" v="83" actId="478"/>
          <ac:spMkLst>
            <pc:docMk/>
            <pc:sldMk cId="1432777737" sldId="1684"/>
            <ac:spMk id="5" creationId="{3014BD6D-51F9-49C9-B9FA-8028B8CC541F}"/>
          </ac:spMkLst>
        </pc:spChg>
        <pc:spChg chg="mod">
          <ac:chgData name="Ricardo Luiz Freitas" userId="122532effb8c3c75" providerId="LiveId" clId="{55796886-2295-4559-AB9F-82E6496BF1D2}" dt="2020-06-04T23:01:02.955" v="722" actId="113"/>
          <ac:spMkLst>
            <pc:docMk/>
            <pc:sldMk cId="1432777737" sldId="1684"/>
            <ac:spMk id="18436" creationId="{CEA97C4C-08AE-4F4C-B3C2-86BE44B73F0C}"/>
          </ac:spMkLst>
        </pc:spChg>
      </pc:sldChg>
      <pc:sldChg chg="modSp">
        <pc:chgData name="Ricardo Luiz Freitas" userId="122532effb8c3c75" providerId="LiveId" clId="{55796886-2295-4559-AB9F-82E6496BF1D2}" dt="2020-06-04T01:21:55.403" v="493" actId="108"/>
        <pc:sldMkLst>
          <pc:docMk/>
          <pc:sldMk cId="1737281702" sldId="1686"/>
        </pc:sldMkLst>
        <pc:spChg chg="mod">
          <ac:chgData name="Ricardo Luiz Freitas" userId="122532effb8c3c75" providerId="LiveId" clId="{55796886-2295-4559-AB9F-82E6496BF1D2}" dt="2020-06-04T01:21:55.403" v="493" actId="108"/>
          <ac:spMkLst>
            <pc:docMk/>
            <pc:sldMk cId="1737281702" sldId="1686"/>
            <ac:spMk id="25605" creationId="{58E5EB94-325C-4710-B12C-DA10D1727E39}"/>
          </ac:spMkLst>
        </pc:spChg>
      </pc:sldChg>
      <pc:sldChg chg="addSp delSp modSp">
        <pc:chgData name="Ricardo Luiz Freitas" userId="122532effb8c3c75" providerId="LiveId" clId="{55796886-2295-4559-AB9F-82E6496BF1D2}" dt="2020-06-04T01:22:03.767" v="494" actId="108"/>
        <pc:sldMkLst>
          <pc:docMk/>
          <pc:sldMk cId="3164466191" sldId="1687"/>
        </pc:sldMkLst>
        <pc:spChg chg="add mod">
          <ac:chgData name="Ricardo Luiz Freitas" userId="122532effb8c3c75" providerId="LiveId" clId="{55796886-2295-4559-AB9F-82E6496BF1D2}" dt="2020-06-04T01:22:03.767" v="494" actId="108"/>
          <ac:spMkLst>
            <pc:docMk/>
            <pc:sldMk cId="3164466191" sldId="1687"/>
            <ac:spMk id="6" creationId="{0851463E-2293-49FE-8E34-D19C4DE2C4A9}"/>
          </ac:spMkLst>
        </pc:spChg>
        <pc:spChg chg="add">
          <ac:chgData name="Ricardo Luiz Freitas" userId="122532effb8c3c75" providerId="LiveId" clId="{55796886-2295-4559-AB9F-82E6496BF1D2}" dt="2020-06-04T01:01:41.963" v="85"/>
          <ac:spMkLst>
            <pc:docMk/>
            <pc:sldMk cId="3164466191" sldId="1687"/>
            <ac:spMk id="7" creationId="{E6340D8D-A4B5-46BC-865A-D3A74EE93EE7}"/>
          </ac:spMkLst>
        </pc:spChg>
        <pc:spChg chg="del">
          <ac:chgData name="Ricardo Luiz Freitas" userId="122532effb8c3c75" providerId="LiveId" clId="{55796886-2295-4559-AB9F-82E6496BF1D2}" dt="2020-06-04T01:01:35.028" v="84" actId="478"/>
          <ac:spMkLst>
            <pc:docMk/>
            <pc:sldMk cId="3164466191" sldId="1687"/>
            <ac:spMk id="25605" creationId="{58E5EB94-325C-4710-B12C-DA10D1727E39}"/>
          </ac:spMkLst>
        </pc:spChg>
      </pc:sldChg>
      <pc:sldChg chg="addSp delSp modSp">
        <pc:chgData name="Ricardo Luiz Freitas" userId="122532effb8c3c75" providerId="LiveId" clId="{55796886-2295-4559-AB9F-82E6496BF1D2}" dt="2020-06-04T01:13:02.479" v="486" actId="403"/>
        <pc:sldMkLst>
          <pc:docMk/>
          <pc:sldMk cId="4293394067" sldId="1693"/>
        </pc:sldMkLst>
        <pc:spChg chg="add mod">
          <ac:chgData name="Ricardo Luiz Freitas" userId="122532effb8c3c75" providerId="LiveId" clId="{55796886-2295-4559-AB9F-82E6496BF1D2}" dt="2020-06-04T01:13:02.479" v="486" actId="403"/>
          <ac:spMkLst>
            <pc:docMk/>
            <pc:sldMk cId="4293394067" sldId="1693"/>
            <ac:spMk id="2" creationId="{EE0E7229-9E6B-447A-8B9E-0994BBEFD0DB}"/>
          </ac:spMkLst>
        </pc:spChg>
        <pc:spChg chg="mod">
          <ac:chgData name="Ricardo Luiz Freitas" userId="122532effb8c3c75" providerId="LiveId" clId="{55796886-2295-4559-AB9F-82E6496BF1D2}" dt="2020-06-04T01:10:08.942" v="403" actId="6549"/>
          <ac:spMkLst>
            <pc:docMk/>
            <pc:sldMk cId="4293394067" sldId="1693"/>
            <ac:spMk id="16388" creationId="{290B4E74-F80B-48B0-8B00-F2EB2342EB3C}"/>
          </ac:spMkLst>
        </pc:spChg>
        <pc:graphicFrameChg chg="add del mod modGraphic">
          <ac:chgData name="Ricardo Luiz Freitas" userId="122532effb8c3c75" providerId="LiveId" clId="{55796886-2295-4559-AB9F-82E6496BF1D2}" dt="2020-06-04T01:08:40.316" v="231" actId="1036"/>
          <ac:graphicFrameMkLst>
            <pc:docMk/>
            <pc:sldMk cId="4293394067" sldId="1693"/>
            <ac:graphicFrameMk id="5" creationId="{E555E707-65F0-4DB2-852E-826BB636A4FB}"/>
          </ac:graphicFrameMkLst>
        </pc:graphicFrameChg>
        <pc:graphicFrameChg chg="add del">
          <ac:chgData name="Ricardo Luiz Freitas" userId="122532effb8c3c75" providerId="LiveId" clId="{55796886-2295-4559-AB9F-82E6496BF1D2}" dt="2020-06-04T01:05:44.202" v="182"/>
          <ac:graphicFrameMkLst>
            <pc:docMk/>
            <pc:sldMk cId="4293394067" sldId="1693"/>
            <ac:graphicFrameMk id="6" creationId="{94A2F696-3381-4532-91F5-937D0EA2FA1A}"/>
          </ac:graphicFrameMkLst>
        </pc:graphicFrameChg>
        <pc:graphicFrameChg chg="add mod modGraphic">
          <ac:chgData name="Ricardo Luiz Freitas" userId="122532effb8c3c75" providerId="LiveId" clId="{55796886-2295-4559-AB9F-82E6496BF1D2}" dt="2020-06-04T01:07:26.711" v="223" actId="20577"/>
          <ac:graphicFrameMkLst>
            <pc:docMk/>
            <pc:sldMk cId="4293394067" sldId="1693"/>
            <ac:graphicFrameMk id="7" creationId="{DA375A05-FA2A-4630-9015-2A0F918097F4}"/>
          </ac:graphicFrameMkLst>
        </pc:graphicFrameChg>
        <pc:graphicFrameChg chg="add mod modGraphic">
          <ac:chgData name="Ricardo Luiz Freitas" userId="122532effb8c3c75" providerId="LiveId" clId="{55796886-2295-4559-AB9F-82E6496BF1D2}" dt="2020-06-04T01:08:02.573" v="230" actId="20577"/>
          <ac:graphicFrameMkLst>
            <pc:docMk/>
            <pc:sldMk cId="4293394067" sldId="1693"/>
            <ac:graphicFrameMk id="8" creationId="{368617EF-C447-4930-9619-9790F39F0B74}"/>
          </ac:graphicFrameMkLst>
        </pc:graphicFrameChg>
      </pc:sldChg>
      <pc:sldChg chg="modSp">
        <pc:chgData name="Ricardo Luiz Freitas" userId="122532effb8c3c75" providerId="LiveId" clId="{55796886-2295-4559-AB9F-82E6496BF1D2}" dt="2020-06-04T01:22:59.762" v="496" actId="108"/>
        <pc:sldMkLst>
          <pc:docMk/>
          <pc:sldMk cId="2317094954" sldId="1694"/>
        </pc:sldMkLst>
        <pc:spChg chg="mod">
          <ac:chgData name="Ricardo Luiz Freitas" userId="122532effb8c3c75" providerId="LiveId" clId="{55796886-2295-4559-AB9F-82E6496BF1D2}" dt="2020-06-04T01:22:59.762" v="496" actId="108"/>
          <ac:spMkLst>
            <pc:docMk/>
            <pc:sldMk cId="2317094954" sldId="1694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3:21.922" v="499" actId="108"/>
        <pc:sldMkLst>
          <pc:docMk/>
          <pc:sldMk cId="826343415" sldId="1695"/>
        </pc:sldMkLst>
        <pc:spChg chg="mod">
          <ac:chgData name="Ricardo Luiz Freitas" userId="122532effb8c3c75" providerId="LiveId" clId="{55796886-2295-4559-AB9F-82E6496BF1D2}" dt="2020-06-04T01:23:21.922" v="499" actId="108"/>
          <ac:spMkLst>
            <pc:docMk/>
            <pc:sldMk cId="826343415" sldId="1695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8:12.184" v="507" actId="207"/>
        <pc:sldMkLst>
          <pc:docMk/>
          <pc:sldMk cId="1815830884" sldId="1832"/>
        </pc:sldMkLst>
        <pc:spChg chg="mod">
          <ac:chgData name="Ricardo Luiz Freitas" userId="122532effb8c3c75" providerId="LiveId" clId="{55796886-2295-4559-AB9F-82E6496BF1D2}" dt="2020-06-04T01:28:12.184" v="507" actId="207"/>
          <ac:spMkLst>
            <pc:docMk/>
            <pc:sldMk cId="1815830884" sldId="1832"/>
            <ac:spMk id="58372" creationId="{6F70BF35-A65A-4D00-871A-AAE16D97421A}"/>
          </ac:spMkLst>
        </pc:spChg>
      </pc:sldChg>
      <pc:sldChg chg="modSp">
        <pc:chgData name="Ricardo Luiz Freitas" userId="122532effb8c3c75" providerId="LiveId" clId="{55796886-2295-4559-AB9F-82E6496BF1D2}" dt="2020-06-11T00:41:40.560" v="1085" actId="108"/>
        <pc:sldMkLst>
          <pc:docMk/>
          <pc:sldMk cId="352089914" sldId="1835"/>
        </pc:sldMkLst>
        <pc:spChg chg="mod">
          <ac:chgData name="Ricardo Luiz Freitas" userId="122532effb8c3c75" providerId="LiveId" clId="{55796886-2295-4559-AB9F-82E6496BF1D2}" dt="2020-06-11T00:41:40.560" v="1085" actId="108"/>
          <ac:spMkLst>
            <pc:docMk/>
            <pc:sldMk cId="352089914" sldId="1835"/>
            <ac:spMk id="107524" creationId="{F964B4B8-4644-468C-B0FB-6D7A53E20D21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3705835308" sldId="1870"/>
        </pc:sldMkLst>
      </pc:sldChg>
      <pc:sldChg chg="modSp">
        <pc:chgData name="Ricardo Luiz Freitas" userId="122532effb8c3c75" providerId="LiveId" clId="{55796886-2295-4559-AB9F-82E6496BF1D2}" dt="2020-06-04T01:15:07.586" v="487" actId="115"/>
        <pc:sldMkLst>
          <pc:docMk/>
          <pc:sldMk cId="3273467542" sldId="1883"/>
        </pc:sldMkLst>
        <pc:spChg chg="mod">
          <ac:chgData name="Ricardo Luiz Freitas" userId="122532effb8c3c75" providerId="LiveId" clId="{55796886-2295-4559-AB9F-82E6496BF1D2}" dt="2020-06-04T01:15:07.586" v="487" actId="115"/>
          <ac:spMkLst>
            <pc:docMk/>
            <pc:sldMk cId="3273467542" sldId="1883"/>
            <ac:spMk id="20484" creationId="{39E4327A-8723-421D-B394-143047F1E9D3}"/>
          </ac:spMkLst>
        </pc:spChg>
      </pc:sldChg>
      <pc:sldChg chg="modSp">
        <pc:chgData name="Ricardo Luiz Freitas" userId="122532effb8c3c75" providerId="LiveId" clId="{55796886-2295-4559-AB9F-82E6496BF1D2}" dt="2020-06-04T01:19:52.769" v="492"/>
        <pc:sldMkLst>
          <pc:docMk/>
          <pc:sldMk cId="2315202597" sldId="1884"/>
        </pc:sldMkLst>
        <pc:spChg chg="mod">
          <ac:chgData name="Ricardo Luiz Freitas" userId="122532effb8c3c75" providerId="LiveId" clId="{55796886-2295-4559-AB9F-82E6496BF1D2}" dt="2020-06-04T01:19:52.769" v="492"/>
          <ac:spMkLst>
            <pc:docMk/>
            <pc:sldMk cId="2315202597" sldId="1884"/>
            <ac:spMk id="20484" creationId="{39E4327A-8723-421D-B394-143047F1E9D3}"/>
          </ac:spMkLst>
        </pc:spChg>
      </pc:sldChg>
      <pc:sldChg chg="modSp">
        <pc:chgData name="Ricardo Luiz Freitas" userId="122532effb8c3c75" providerId="LiveId" clId="{55796886-2295-4559-AB9F-82E6496BF1D2}" dt="2020-06-04T01:22:14.499" v="495" actId="108"/>
        <pc:sldMkLst>
          <pc:docMk/>
          <pc:sldMk cId="470850049" sldId="1886"/>
        </pc:sldMkLst>
        <pc:spChg chg="mod">
          <ac:chgData name="Ricardo Luiz Freitas" userId="122532effb8c3c75" providerId="LiveId" clId="{55796886-2295-4559-AB9F-82E6496BF1D2}" dt="2020-06-04T01:02:11.454" v="87" actId="1076"/>
          <ac:spMkLst>
            <pc:docMk/>
            <pc:sldMk cId="470850049" sldId="1886"/>
            <ac:spMk id="6" creationId="{D5408142-CB70-48BB-A1EE-85F8215C9FDF}"/>
          </ac:spMkLst>
        </pc:spChg>
        <pc:spChg chg="mod">
          <ac:chgData name="Ricardo Luiz Freitas" userId="122532effb8c3c75" providerId="LiveId" clId="{55796886-2295-4559-AB9F-82E6496BF1D2}" dt="2020-06-04T01:22:14.499" v="495" actId="108"/>
          <ac:spMkLst>
            <pc:docMk/>
            <pc:sldMk cId="470850049" sldId="1886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4:28.773" v="501" actId="108"/>
        <pc:sldMkLst>
          <pc:docMk/>
          <pc:sldMk cId="425853612" sldId="1887"/>
        </pc:sldMkLst>
        <pc:spChg chg="mod">
          <ac:chgData name="Ricardo Luiz Freitas" userId="122532effb8c3c75" providerId="LiveId" clId="{55796886-2295-4559-AB9F-82E6496BF1D2}" dt="2020-06-04T01:24:28.773" v="501" actId="108"/>
          <ac:spMkLst>
            <pc:docMk/>
            <pc:sldMk cId="425853612" sldId="1887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4:56.688" v="502"/>
        <pc:sldMkLst>
          <pc:docMk/>
          <pc:sldMk cId="579647779" sldId="1888"/>
        </pc:sldMkLst>
        <pc:spChg chg="mod">
          <ac:chgData name="Ricardo Luiz Freitas" userId="122532effb8c3c75" providerId="LiveId" clId="{55796886-2295-4559-AB9F-82E6496BF1D2}" dt="2020-06-04T01:24:56.688" v="502"/>
          <ac:spMkLst>
            <pc:docMk/>
            <pc:sldMk cId="579647779" sldId="1888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6:49.036" v="503" actId="108"/>
        <pc:sldMkLst>
          <pc:docMk/>
          <pc:sldMk cId="4195010901" sldId="1889"/>
        </pc:sldMkLst>
        <pc:spChg chg="mod">
          <ac:chgData name="Ricardo Luiz Freitas" userId="122532effb8c3c75" providerId="LiveId" clId="{55796886-2295-4559-AB9F-82E6496BF1D2}" dt="2020-06-04T01:26:49.036" v="503" actId="108"/>
          <ac:spMkLst>
            <pc:docMk/>
            <pc:sldMk cId="4195010901" sldId="1889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7:05.996" v="505" actId="108"/>
        <pc:sldMkLst>
          <pc:docMk/>
          <pc:sldMk cId="839821346" sldId="1890"/>
        </pc:sldMkLst>
        <pc:spChg chg="mod">
          <ac:chgData name="Ricardo Luiz Freitas" userId="122532effb8c3c75" providerId="LiveId" clId="{55796886-2295-4559-AB9F-82E6496BF1D2}" dt="2020-06-04T01:27:05.996" v="505" actId="108"/>
          <ac:spMkLst>
            <pc:docMk/>
            <pc:sldMk cId="839821346" sldId="1890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6:55.061" v="504" actId="108"/>
        <pc:sldMkLst>
          <pc:docMk/>
          <pc:sldMk cId="4219528465" sldId="1891"/>
        </pc:sldMkLst>
        <pc:spChg chg="mod">
          <ac:chgData name="Ricardo Luiz Freitas" userId="122532effb8c3c75" providerId="LiveId" clId="{55796886-2295-4559-AB9F-82E6496BF1D2}" dt="2020-06-04T01:26:55.061" v="504" actId="108"/>
          <ac:spMkLst>
            <pc:docMk/>
            <pc:sldMk cId="4219528465" sldId="1891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7:13.592" v="506" actId="108"/>
        <pc:sldMkLst>
          <pc:docMk/>
          <pc:sldMk cId="2401395016" sldId="1892"/>
        </pc:sldMkLst>
        <pc:spChg chg="mod">
          <ac:chgData name="Ricardo Luiz Freitas" userId="122532effb8c3c75" providerId="LiveId" clId="{55796886-2295-4559-AB9F-82E6496BF1D2}" dt="2020-06-04T01:27:13.592" v="506" actId="108"/>
          <ac:spMkLst>
            <pc:docMk/>
            <pc:sldMk cId="2401395016" sldId="1892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8:59.698" v="509" actId="20577"/>
        <pc:sldMkLst>
          <pc:docMk/>
          <pc:sldMk cId="2829065249" sldId="1896"/>
        </pc:sldMkLst>
        <pc:spChg chg="mod">
          <ac:chgData name="Ricardo Luiz Freitas" userId="122532effb8c3c75" providerId="LiveId" clId="{55796886-2295-4559-AB9F-82E6496BF1D2}" dt="2020-06-04T01:28:59.698" v="509" actId="20577"/>
          <ac:spMkLst>
            <pc:docMk/>
            <pc:sldMk cId="2829065249" sldId="1896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31:33.021" v="577" actId="20577"/>
        <pc:sldMkLst>
          <pc:docMk/>
          <pc:sldMk cId="3109541315" sldId="1898"/>
        </pc:sldMkLst>
        <pc:spChg chg="mod">
          <ac:chgData name="Ricardo Luiz Freitas" userId="122532effb8c3c75" providerId="LiveId" clId="{55796886-2295-4559-AB9F-82E6496BF1D2}" dt="2020-06-04T01:31:33.021" v="577" actId="20577"/>
          <ac:spMkLst>
            <pc:docMk/>
            <pc:sldMk cId="3109541315" sldId="1898"/>
            <ac:spMk id="34820" creationId="{53BB7387-C895-4840-BD96-30ED02270D8E}"/>
          </ac:spMkLst>
        </pc:spChg>
      </pc:sldChg>
      <pc:sldChg chg="addSp modSp add del setBg modAnim">
        <pc:chgData name="Ricardo Luiz Freitas" userId="122532effb8c3c75" providerId="LiveId" clId="{55796886-2295-4559-AB9F-82E6496BF1D2}" dt="2020-06-11T00:49:05.458" v="1142"/>
        <pc:sldMkLst>
          <pc:docMk/>
          <pc:sldMk cId="2728528326" sldId="1902"/>
        </pc:sldMkLst>
        <pc:spChg chg="add">
          <ac:chgData name="Ricardo Luiz Freitas" userId="122532effb8c3c75" providerId="LiveId" clId="{55796886-2295-4559-AB9F-82E6496BF1D2}" dt="2020-06-11T00:49:05.458" v="1142"/>
          <ac:spMkLst>
            <pc:docMk/>
            <pc:sldMk cId="2728528326" sldId="1902"/>
            <ac:spMk id="6" creationId="{FF07A73D-94B1-4838-A96F-0F04AA299EFD}"/>
          </ac:spMkLst>
        </pc:spChg>
        <pc:spChg chg="mod">
          <ac:chgData name="Ricardo Luiz Freitas" userId="122532effb8c3c75" providerId="LiveId" clId="{55796886-2295-4559-AB9F-82E6496BF1D2}" dt="2020-06-03T23:20:53.831" v="41" actId="20577"/>
          <ac:spMkLst>
            <pc:docMk/>
            <pc:sldMk cId="2728528326" sldId="1902"/>
            <ac:spMk id="58372" creationId="{6F70BF35-A65A-4D00-871A-AAE16D97421A}"/>
          </ac:spMkLst>
        </pc:spChg>
      </pc:sldChg>
      <pc:sldChg chg="modSp add del setBg">
        <pc:chgData name="Ricardo Luiz Freitas" userId="122532effb8c3c75" providerId="LiveId" clId="{55796886-2295-4559-AB9F-82E6496BF1D2}" dt="2020-06-04T01:53:01.770" v="680" actId="115"/>
        <pc:sldMkLst>
          <pc:docMk/>
          <pc:sldMk cId="294540547" sldId="1903"/>
        </pc:sldMkLst>
        <pc:spChg chg="mod">
          <ac:chgData name="Ricardo Luiz Freitas" userId="122532effb8c3c75" providerId="LiveId" clId="{55796886-2295-4559-AB9F-82E6496BF1D2}" dt="2020-06-04T01:53:01.770" v="680" actId="115"/>
          <ac:spMkLst>
            <pc:docMk/>
            <pc:sldMk cId="294540547" sldId="1903"/>
            <ac:spMk id="6" creationId="{C8EEB7EF-69F2-4995-B0CD-C23F3E242C73}"/>
          </ac:spMkLst>
        </pc:spChg>
        <pc:spChg chg="mod">
          <ac:chgData name="Ricardo Luiz Freitas" userId="122532effb8c3c75" providerId="LiveId" clId="{55796886-2295-4559-AB9F-82E6496BF1D2}" dt="2020-06-04T01:33:37.603" v="585" actId="207"/>
          <ac:spMkLst>
            <pc:docMk/>
            <pc:sldMk cId="294540547" sldId="1903"/>
            <ac:spMk id="58372" creationId="{6F70BF35-A65A-4D00-871A-AAE16D97421A}"/>
          </ac:spMkLst>
        </pc:spChg>
      </pc:sldChg>
      <pc:sldChg chg="addSp modSp modAnim">
        <pc:chgData name="Ricardo Luiz Freitas" userId="122532effb8c3c75" providerId="LiveId" clId="{55796886-2295-4559-AB9F-82E6496BF1D2}" dt="2020-06-10T01:18:30.244" v="828" actId="108"/>
        <pc:sldMkLst>
          <pc:docMk/>
          <pc:sldMk cId="4175931561" sldId="1904"/>
        </pc:sldMkLst>
        <pc:spChg chg="add mod">
          <ac:chgData name="Ricardo Luiz Freitas" userId="122532effb8c3c75" providerId="LiveId" clId="{55796886-2295-4559-AB9F-82E6496BF1D2}" dt="2020-06-06T00:52:34.411" v="827" actId="1036"/>
          <ac:spMkLst>
            <pc:docMk/>
            <pc:sldMk cId="4175931561" sldId="1904"/>
            <ac:spMk id="7" creationId="{B0409388-884F-4F53-8FA1-C5CA56A2ABE3}"/>
          </ac:spMkLst>
        </pc:spChg>
        <pc:spChg chg="mod">
          <ac:chgData name="Ricardo Luiz Freitas" userId="122532effb8c3c75" providerId="LiveId" clId="{55796886-2295-4559-AB9F-82E6496BF1D2}" dt="2020-06-10T01:18:30.244" v="828" actId="108"/>
          <ac:spMkLst>
            <pc:docMk/>
            <pc:sldMk cId="4175931561" sldId="1904"/>
            <ac:spMk id="58372" creationId="{6F70BF35-A65A-4D00-871A-AAE16D97421A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340908661" sldId="1905"/>
        </pc:sldMkLst>
      </pc:sldChg>
      <pc:sldChg chg="modSp">
        <pc:chgData name="Ricardo Luiz Freitas" userId="122532effb8c3c75" providerId="LiveId" clId="{55796886-2295-4559-AB9F-82E6496BF1D2}" dt="2020-06-03T23:17:20.669" v="11" actId="6549"/>
        <pc:sldMkLst>
          <pc:docMk/>
          <pc:sldMk cId="1252301219" sldId="1923"/>
        </pc:sldMkLst>
        <pc:spChg chg="mod">
          <ac:chgData name="Ricardo Luiz Freitas" userId="122532effb8c3c75" providerId="LiveId" clId="{55796886-2295-4559-AB9F-82E6496BF1D2}" dt="2020-06-03T23:17:20.669" v="11" actId="6549"/>
          <ac:spMkLst>
            <pc:docMk/>
            <pc:sldMk cId="1252301219" sldId="1923"/>
            <ac:spMk id="15364" creationId="{FE26207A-B5B7-4F88-8F3E-514F2E25C4FD}"/>
          </ac:spMkLst>
        </pc:spChg>
      </pc:sldChg>
      <pc:sldChg chg="modSp">
        <pc:chgData name="Ricardo Luiz Freitas" userId="122532effb8c3c75" providerId="LiveId" clId="{55796886-2295-4559-AB9F-82E6496BF1D2}" dt="2020-06-03T23:18:46.726" v="22" actId="20577"/>
        <pc:sldMkLst>
          <pc:docMk/>
          <pc:sldMk cId="3412042146" sldId="1924"/>
        </pc:sldMkLst>
        <pc:spChg chg="mod">
          <ac:chgData name="Ricardo Luiz Freitas" userId="122532effb8c3c75" providerId="LiveId" clId="{55796886-2295-4559-AB9F-82E6496BF1D2}" dt="2020-06-03T23:18:46.726" v="22" actId="20577"/>
          <ac:spMkLst>
            <pc:docMk/>
            <pc:sldMk cId="3412042146" sldId="1924"/>
            <ac:spMk id="15364" creationId="{FE26207A-B5B7-4F88-8F3E-514F2E25C4FD}"/>
          </ac:spMkLst>
        </pc:spChg>
      </pc:sldChg>
      <pc:sldChg chg="modSp add del setBg">
        <pc:chgData name="Ricardo Luiz Freitas" userId="122532effb8c3c75" providerId="LiveId" clId="{55796886-2295-4559-AB9F-82E6496BF1D2}" dt="2020-06-03T23:19:03.347" v="32" actId="20577"/>
        <pc:sldMkLst>
          <pc:docMk/>
          <pc:sldMk cId="3060129650" sldId="1925"/>
        </pc:sldMkLst>
        <pc:spChg chg="mod">
          <ac:chgData name="Ricardo Luiz Freitas" userId="122532effb8c3c75" providerId="LiveId" clId="{55796886-2295-4559-AB9F-82E6496BF1D2}" dt="2020-06-03T23:19:03.347" v="32" actId="20577"/>
          <ac:spMkLst>
            <pc:docMk/>
            <pc:sldMk cId="3060129650" sldId="1925"/>
            <ac:spMk id="15364" creationId="{FE26207A-B5B7-4F88-8F3E-514F2E25C4FD}"/>
          </ac:spMkLst>
        </pc:spChg>
      </pc:sldChg>
      <pc:sldChg chg="modSp">
        <pc:chgData name="Ricardo Luiz Freitas" userId="122532effb8c3c75" providerId="LiveId" clId="{55796886-2295-4559-AB9F-82E6496BF1D2}" dt="2020-06-05T22:45:50.318" v="819" actId="20577"/>
        <pc:sldMkLst>
          <pc:docMk/>
          <pc:sldMk cId="3172443929" sldId="1927"/>
        </pc:sldMkLst>
        <pc:spChg chg="mod">
          <ac:chgData name="Ricardo Luiz Freitas" userId="122532effb8c3c75" providerId="LiveId" clId="{55796886-2295-4559-AB9F-82E6496BF1D2}" dt="2020-06-05T22:45:50.318" v="819" actId="20577"/>
          <ac:spMkLst>
            <pc:docMk/>
            <pc:sldMk cId="3172443929" sldId="1927"/>
            <ac:spMk id="107524" creationId="{F964B4B8-4644-468C-B0FB-6D7A53E20D21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792163423" sldId="1929"/>
        </pc:sldMkLst>
      </pc:sldChg>
      <pc:sldChg chg="modSp add del setBg">
        <pc:chgData name="Ricardo Luiz Freitas" userId="122532effb8c3c75" providerId="LiveId" clId="{55796886-2295-4559-AB9F-82E6496BF1D2}" dt="2020-06-05T22:44:47.497" v="816" actId="20577"/>
        <pc:sldMkLst>
          <pc:docMk/>
          <pc:sldMk cId="3681724297" sldId="1930"/>
        </pc:sldMkLst>
        <pc:spChg chg="mod">
          <ac:chgData name="Ricardo Luiz Freitas" userId="122532effb8c3c75" providerId="LiveId" clId="{55796886-2295-4559-AB9F-82E6496BF1D2}" dt="2020-06-05T22:44:47.497" v="816" actId="20577"/>
          <ac:spMkLst>
            <pc:docMk/>
            <pc:sldMk cId="3681724297" sldId="1930"/>
            <ac:spMk id="107524" creationId="{F964B4B8-4644-468C-B0FB-6D7A53E20D21}"/>
          </ac:spMkLst>
        </pc:spChg>
      </pc:sldChg>
      <pc:sldChg chg="modSp add setBg">
        <pc:chgData name="Ricardo Luiz Freitas" userId="122532effb8c3c75" providerId="LiveId" clId="{55796886-2295-4559-AB9F-82E6496BF1D2}" dt="2020-06-03T23:19:10.032" v="40" actId="20577"/>
        <pc:sldMkLst>
          <pc:docMk/>
          <pc:sldMk cId="1996373708" sldId="1934"/>
        </pc:sldMkLst>
        <pc:spChg chg="mod">
          <ac:chgData name="Ricardo Luiz Freitas" userId="122532effb8c3c75" providerId="LiveId" clId="{55796886-2295-4559-AB9F-82E6496BF1D2}" dt="2020-06-03T23:19:10.032" v="40" actId="20577"/>
          <ac:spMkLst>
            <pc:docMk/>
            <pc:sldMk cId="1996373708" sldId="1934"/>
            <ac:spMk id="15364" creationId="{FE26207A-B5B7-4F88-8F3E-514F2E25C4FD}"/>
          </ac:spMkLst>
        </pc:spChg>
      </pc:sldChg>
      <pc:sldChg chg="modSp add setBg">
        <pc:chgData name="Ricardo Luiz Freitas" userId="122532effb8c3c75" providerId="LiveId" clId="{55796886-2295-4559-AB9F-82E6496BF1D2}" dt="2020-06-04T22:52:20.231" v="687" actId="20577"/>
        <pc:sldMkLst>
          <pc:docMk/>
          <pc:sldMk cId="683153715" sldId="1935"/>
        </pc:sldMkLst>
        <pc:spChg chg="mod">
          <ac:chgData name="Ricardo Luiz Freitas" userId="122532effb8c3c75" providerId="LiveId" clId="{55796886-2295-4559-AB9F-82E6496BF1D2}" dt="2020-06-04T22:52:20.231" v="687" actId="20577"/>
          <ac:spMkLst>
            <pc:docMk/>
            <pc:sldMk cId="683153715" sldId="1935"/>
            <ac:spMk id="51202" creationId="{763EAC3D-63C8-4251-9255-7167F713F3CC}"/>
          </ac:spMkLst>
        </pc:spChg>
      </pc:sldChg>
      <pc:sldChg chg="add">
        <pc:chgData name="Ricardo Luiz Freitas" userId="122532effb8c3c75" providerId="LiveId" clId="{55796886-2295-4559-AB9F-82E6496BF1D2}" dt="2020-06-03T23:25:38.043" v="45"/>
        <pc:sldMkLst>
          <pc:docMk/>
          <pc:sldMk cId="3504572444" sldId="1936"/>
        </pc:sldMkLst>
      </pc:sldChg>
      <pc:sldChg chg="modSp add setBg">
        <pc:chgData name="Ricardo Luiz Freitas" userId="122532effb8c3c75" providerId="LiveId" clId="{55796886-2295-4559-AB9F-82E6496BF1D2}" dt="2020-06-04T01:34:18.956" v="587" actId="6549"/>
        <pc:sldMkLst>
          <pc:docMk/>
          <pc:sldMk cId="3278050003" sldId="1937"/>
        </pc:sldMkLst>
        <pc:spChg chg="mod">
          <ac:chgData name="Ricardo Luiz Freitas" userId="122532effb8c3c75" providerId="LiveId" clId="{55796886-2295-4559-AB9F-82E6496BF1D2}" dt="2020-06-04T01:29:59.865" v="512" actId="20577"/>
          <ac:spMkLst>
            <pc:docMk/>
            <pc:sldMk cId="3278050003" sldId="1937"/>
            <ac:spMk id="34819" creationId="{E92D5B98-D870-461C-BE1C-6869F026EF42}"/>
          </ac:spMkLst>
        </pc:spChg>
        <pc:spChg chg="mod">
          <ac:chgData name="Ricardo Luiz Freitas" userId="122532effb8c3c75" providerId="LiveId" clId="{55796886-2295-4559-AB9F-82E6496BF1D2}" dt="2020-06-04T01:34:18.956" v="587" actId="6549"/>
          <ac:spMkLst>
            <pc:docMk/>
            <pc:sldMk cId="3278050003" sldId="1937"/>
            <ac:spMk id="34820" creationId="{53BB7387-C895-4840-BD96-30ED02270D8E}"/>
          </ac:spMkLst>
        </pc:spChg>
      </pc:sldChg>
      <pc:sldChg chg="addSp modSp add del setBg modAnim">
        <pc:chgData name="Ricardo Luiz Freitas" userId="122532effb8c3c75" providerId="LiveId" clId="{55796886-2295-4559-AB9F-82E6496BF1D2}" dt="2020-06-04T22:57:03.506" v="718" actId="1076"/>
        <pc:sldMkLst>
          <pc:docMk/>
          <pc:sldMk cId="1883853606" sldId="1938"/>
        </pc:sldMkLst>
        <pc:spChg chg="add mod">
          <ac:chgData name="Ricardo Luiz Freitas" userId="122532effb8c3c75" providerId="LiveId" clId="{55796886-2295-4559-AB9F-82E6496BF1D2}" dt="2020-06-04T22:57:03.506" v="718" actId="1076"/>
          <ac:spMkLst>
            <pc:docMk/>
            <pc:sldMk cId="1883853606" sldId="1938"/>
            <ac:spMk id="5" creationId="{DC9F5D76-CE56-455A-9150-480AB1BD8E4D}"/>
          </ac:spMkLst>
        </pc:spChg>
        <pc:spChg chg="mod">
          <ac:chgData name="Ricardo Luiz Freitas" userId="122532effb8c3c75" providerId="LiveId" clId="{55796886-2295-4559-AB9F-82E6496BF1D2}" dt="2020-06-04T01:53:05.662" v="681" actId="115"/>
          <ac:spMkLst>
            <pc:docMk/>
            <pc:sldMk cId="1883853606" sldId="1938"/>
            <ac:spMk id="6" creationId="{D2184CF5-B49D-4903-A495-2FC32471C384}"/>
          </ac:spMkLst>
        </pc:spChg>
        <pc:spChg chg="mod">
          <ac:chgData name="Ricardo Luiz Freitas" userId="122532effb8c3c75" providerId="LiveId" clId="{55796886-2295-4559-AB9F-82E6496BF1D2}" dt="2020-06-04T01:35:10.160" v="595" actId="14100"/>
          <ac:spMkLst>
            <pc:docMk/>
            <pc:sldMk cId="1883853606" sldId="1938"/>
            <ac:spMk id="58371" creationId="{6A40587B-076C-4806-B235-1586A43413E4}"/>
          </ac:spMkLst>
        </pc:spChg>
        <pc:spChg chg="mod">
          <ac:chgData name="Ricardo Luiz Freitas" userId="122532effb8c3c75" providerId="LiveId" clId="{55796886-2295-4559-AB9F-82E6496BF1D2}" dt="2020-06-04T22:56:37.947" v="716" actId="20577"/>
          <ac:spMkLst>
            <pc:docMk/>
            <pc:sldMk cId="1883853606" sldId="1938"/>
            <ac:spMk id="58372" creationId="{6F70BF35-A65A-4D00-871A-AAE16D97421A}"/>
          </ac:spMkLst>
        </pc:spChg>
      </pc:sldChg>
      <pc:sldChg chg="addSp modSp add setBg modAnim">
        <pc:chgData name="Ricardo Luiz Freitas" userId="122532effb8c3c75" providerId="LiveId" clId="{55796886-2295-4559-AB9F-82E6496BF1D2}" dt="2020-06-04T01:44:49.602" v="653" actId="1037"/>
        <pc:sldMkLst>
          <pc:docMk/>
          <pc:sldMk cId="1650932336" sldId="1939"/>
        </pc:sldMkLst>
        <pc:spChg chg="mod">
          <ac:chgData name="Ricardo Luiz Freitas" userId="122532effb8c3c75" providerId="LiveId" clId="{55796886-2295-4559-AB9F-82E6496BF1D2}" dt="2020-06-04T01:43:39.652" v="626" actId="20577"/>
          <ac:spMkLst>
            <pc:docMk/>
            <pc:sldMk cId="1650932336" sldId="1939"/>
            <ac:spMk id="5" creationId="{43789969-CF2A-4FC5-B534-E72CE7347CC2}"/>
          </ac:spMkLst>
        </pc:spChg>
        <pc:spChg chg="add mod">
          <ac:chgData name="Ricardo Luiz Freitas" userId="122532effb8c3c75" providerId="LiveId" clId="{55796886-2295-4559-AB9F-82E6496BF1D2}" dt="2020-06-04T01:44:49.602" v="653" actId="1037"/>
          <ac:spMkLst>
            <pc:docMk/>
            <pc:sldMk cId="1650932336" sldId="1939"/>
            <ac:spMk id="6" creationId="{AE1C908D-8D0C-4098-9117-7CC91131FA93}"/>
          </ac:spMkLst>
        </pc:spChg>
        <pc:spChg chg="mod">
          <ac:chgData name="Ricardo Luiz Freitas" userId="122532effb8c3c75" providerId="LiveId" clId="{55796886-2295-4559-AB9F-82E6496BF1D2}" dt="2020-06-04T01:43:36.372" v="624" actId="14100"/>
          <ac:spMkLst>
            <pc:docMk/>
            <pc:sldMk cId="1650932336" sldId="1939"/>
            <ac:spMk id="58371" creationId="{6A40587B-076C-4806-B235-1586A43413E4}"/>
          </ac:spMkLst>
        </pc:spChg>
        <pc:spChg chg="mod">
          <ac:chgData name="Ricardo Luiz Freitas" userId="122532effb8c3c75" providerId="LiveId" clId="{55796886-2295-4559-AB9F-82E6496BF1D2}" dt="2020-06-04T01:44:13.876" v="643" actId="20577"/>
          <ac:spMkLst>
            <pc:docMk/>
            <pc:sldMk cId="1650932336" sldId="1939"/>
            <ac:spMk id="58372" creationId="{6F70BF35-A65A-4D00-871A-AAE16D97421A}"/>
          </ac:spMkLst>
        </pc:spChg>
      </pc:sldChg>
      <pc:sldChg chg="addSp modSp add setBg modAnim">
        <pc:chgData name="Ricardo Luiz Freitas" userId="122532effb8c3c75" providerId="LiveId" clId="{55796886-2295-4559-AB9F-82E6496BF1D2}" dt="2020-06-10T01:18:36.515" v="829" actId="108"/>
        <pc:sldMkLst>
          <pc:docMk/>
          <pc:sldMk cId="3853395700" sldId="1940"/>
        </pc:sldMkLst>
        <pc:spChg chg="add mod">
          <ac:chgData name="Ricardo Luiz Freitas" userId="122532effb8c3c75" providerId="LiveId" clId="{55796886-2295-4559-AB9F-82E6496BF1D2}" dt="2020-06-04T01:47:34.845" v="673" actId="1035"/>
          <ac:spMkLst>
            <pc:docMk/>
            <pc:sldMk cId="3853395700" sldId="1940"/>
            <ac:spMk id="7" creationId="{143E5DC3-F096-404B-89AC-B8DE3A9A0B8C}"/>
          </ac:spMkLst>
        </pc:spChg>
        <pc:spChg chg="mod">
          <ac:chgData name="Ricardo Luiz Freitas" userId="122532effb8c3c75" providerId="LiveId" clId="{55796886-2295-4559-AB9F-82E6496BF1D2}" dt="2020-06-10T01:18:36.515" v="829" actId="108"/>
          <ac:spMkLst>
            <pc:docMk/>
            <pc:sldMk cId="3853395700" sldId="1940"/>
            <ac:spMk id="58372" creationId="{6F70BF35-A65A-4D00-871A-AAE16D97421A}"/>
          </ac:spMkLst>
        </pc:spChg>
      </pc:sldChg>
      <pc:sldChg chg="add setBg">
        <pc:chgData name="Ricardo Luiz Freitas" userId="122532effb8c3c75" providerId="LiveId" clId="{55796886-2295-4559-AB9F-82E6496BF1D2}" dt="2020-06-05T22:44:16.938" v="814"/>
        <pc:sldMkLst>
          <pc:docMk/>
          <pc:sldMk cId="135267156" sldId="1941"/>
        </pc:sldMkLst>
      </pc:sldChg>
      <pc:sldChg chg="modSp add ord">
        <pc:chgData name="Ricardo Luiz Freitas" userId="122532effb8c3c75" providerId="LiveId" clId="{55796886-2295-4559-AB9F-82E6496BF1D2}" dt="2020-06-10T01:25:31.380" v="988" actId="14100"/>
        <pc:sldMkLst>
          <pc:docMk/>
          <pc:sldMk cId="2739217794" sldId="1942"/>
        </pc:sldMkLst>
        <pc:spChg chg="mod">
          <ac:chgData name="Ricardo Luiz Freitas" userId="122532effb8c3c75" providerId="LiveId" clId="{55796886-2295-4559-AB9F-82E6496BF1D2}" dt="2020-06-10T01:25:31.380" v="988" actId="14100"/>
          <ac:spMkLst>
            <pc:docMk/>
            <pc:sldMk cId="2739217794" sldId="1942"/>
            <ac:spMk id="101379" creationId="{B379C92E-8C9B-4F09-BCDB-195C923EF1D6}"/>
          </ac:spMkLst>
        </pc:spChg>
        <pc:spChg chg="mod">
          <ac:chgData name="Ricardo Luiz Freitas" userId="122532effb8c3c75" providerId="LiveId" clId="{55796886-2295-4559-AB9F-82E6496BF1D2}" dt="2020-06-10T01:25:25.185" v="987" actId="20577"/>
          <ac:spMkLst>
            <pc:docMk/>
            <pc:sldMk cId="2739217794" sldId="1942"/>
            <ac:spMk id="101381" creationId="{470DA246-606E-4A8B-800C-4938F7E2CC8F}"/>
          </ac:spMkLst>
        </pc:spChg>
      </pc:sldChg>
      <pc:sldChg chg="modSp add setBg">
        <pc:chgData name="Ricardo Luiz Freitas" userId="122532effb8c3c75" providerId="LiveId" clId="{55796886-2295-4559-AB9F-82E6496BF1D2}" dt="2020-06-10T01:26:31.454" v="1022" actId="14100"/>
        <pc:sldMkLst>
          <pc:docMk/>
          <pc:sldMk cId="89234158" sldId="1943"/>
        </pc:sldMkLst>
        <pc:spChg chg="mod">
          <ac:chgData name="Ricardo Luiz Freitas" userId="122532effb8c3c75" providerId="LiveId" clId="{55796886-2295-4559-AB9F-82E6496BF1D2}" dt="2020-06-10T01:26:31.454" v="1022" actId="14100"/>
          <ac:spMkLst>
            <pc:docMk/>
            <pc:sldMk cId="89234158" sldId="1943"/>
            <ac:spMk id="106499" creationId="{9219B4EF-A3C8-4E40-B994-5403B70CF4B5}"/>
          </ac:spMkLst>
        </pc:spChg>
        <pc:spChg chg="mod">
          <ac:chgData name="Ricardo Luiz Freitas" userId="122532effb8c3c75" providerId="LiveId" clId="{55796886-2295-4559-AB9F-82E6496BF1D2}" dt="2020-06-10T01:25:46.177" v="989"/>
          <ac:spMkLst>
            <pc:docMk/>
            <pc:sldMk cId="89234158" sldId="1943"/>
            <ac:spMk id="106501" creationId="{10E762BD-B957-4048-AEEA-CB27A324FA9B}"/>
          </ac:spMkLst>
        </pc:spChg>
      </pc:sldChg>
      <pc:sldChg chg="addSp modSp add setBg modAnim">
        <pc:chgData name="Ricardo Luiz Freitas" userId="122532effb8c3c75" providerId="LiveId" clId="{55796886-2295-4559-AB9F-82E6496BF1D2}" dt="2020-06-11T00:48:03.682" v="1140" actId="1036"/>
        <pc:sldMkLst>
          <pc:docMk/>
          <pc:sldMk cId="5621535" sldId="1944"/>
        </pc:sldMkLst>
        <pc:spChg chg="add mod">
          <ac:chgData name="Ricardo Luiz Freitas" userId="122532effb8c3c75" providerId="LiveId" clId="{55796886-2295-4559-AB9F-82E6496BF1D2}" dt="2020-06-11T00:48:03.682" v="1140" actId="1036"/>
          <ac:spMkLst>
            <pc:docMk/>
            <pc:sldMk cId="5621535" sldId="1944"/>
            <ac:spMk id="5" creationId="{CF5E9E1E-5320-499A-A51B-63C7BE30F224}"/>
          </ac:spMkLst>
        </pc:spChg>
      </pc:sldChg>
      <pc:sldChg chg="modSp add setBg">
        <pc:chgData name="Ricardo Luiz Freitas" userId="122532effb8c3c75" providerId="LiveId" clId="{55796886-2295-4559-AB9F-82E6496BF1D2}" dt="2020-06-10T23:12:30.844" v="1083" actId="20577"/>
        <pc:sldMkLst>
          <pc:docMk/>
          <pc:sldMk cId="48607876" sldId="1945"/>
        </pc:sldMkLst>
        <pc:spChg chg="mod">
          <ac:chgData name="Ricardo Luiz Freitas" userId="122532effb8c3c75" providerId="LiveId" clId="{55796886-2295-4559-AB9F-82E6496BF1D2}" dt="2020-06-10T23:12:03.124" v="1071" actId="20577"/>
          <ac:spMkLst>
            <pc:docMk/>
            <pc:sldMk cId="48607876" sldId="1945"/>
            <ac:spMk id="3" creationId="{A7538498-3F37-4762-A272-A1AB556C5664}"/>
          </ac:spMkLst>
        </pc:spChg>
        <pc:spChg chg="mod">
          <ac:chgData name="Ricardo Luiz Freitas" userId="122532effb8c3c75" providerId="LiveId" clId="{55796886-2295-4559-AB9F-82E6496BF1D2}" dt="2020-06-10T23:11:47.867" v="1032" actId="6549"/>
          <ac:spMkLst>
            <pc:docMk/>
            <pc:sldMk cId="48607876" sldId="1945"/>
            <ac:spMk id="32" creationId="{E7CBBF37-DC28-491D-8A04-554478B1AF13}"/>
          </ac:spMkLst>
        </pc:spChg>
        <pc:spChg chg="mod">
          <ac:chgData name="Ricardo Luiz Freitas" userId="122532effb8c3c75" providerId="LiveId" clId="{55796886-2295-4559-AB9F-82E6496BF1D2}" dt="2020-06-10T23:12:25.391" v="1081" actId="20577"/>
          <ac:spMkLst>
            <pc:docMk/>
            <pc:sldMk cId="48607876" sldId="1945"/>
            <ac:spMk id="121" creationId="{6C4E3B0F-E3A6-48B4-A481-93850F368061}"/>
          </ac:spMkLst>
        </pc:spChg>
        <pc:spChg chg="mod">
          <ac:chgData name="Ricardo Luiz Freitas" userId="122532effb8c3c75" providerId="LiveId" clId="{55796886-2295-4559-AB9F-82E6496BF1D2}" dt="2020-06-10T23:12:17.883" v="1077" actId="20577"/>
          <ac:spMkLst>
            <pc:docMk/>
            <pc:sldMk cId="48607876" sldId="1945"/>
            <ac:spMk id="122" creationId="{B3B5BB46-15EF-478B-B880-12F468063BA9}"/>
          </ac:spMkLst>
        </pc:spChg>
        <pc:spChg chg="mod">
          <ac:chgData name="Ricardo Luiz Freitas" userId="122532effb8c3c75" providerId="LiveId" clId="{55796886-2295-4559-AB9F-82E6496BF1D2}" dt="2020-06-10T23:12:30.844" v="1083" actId="20577"/>
          <ac:spMkLst>
            <pc:docMk/>
            <pc:sldMk cId="48607876" sldId="1945"/>
            <ac:spMk id="123" creationId="{D8AEE340-D61B-4E33-A60E-4483673347C3}"/>
          </ac:spMkLst>
        </pc:spChg>
        <pc:spChg chg="mod">
          <ac:chgData name="Ricardo Luiz Freitas" userId="122532effb8c3c75" providerId="LiveId" clId="{55796886-2295-4559-AB9F-82E6496BF1D2}" dt="2020-06-10T23:12:11.173" v="1075" actId="20577"/>
          <ac:spMkLst>
            <pc:docMk/>
            <pc:sldMk cId="48607876" sldId="1945"/>
            <ac:spMk id="124" creationId="{64C99FF9-3A6A-491A-BFFB-F4E072E66BA6}"/>
          </ac:spMkLst>
        </pc:spChg>
      </pc:sldChg>
    </pc:docChg>
  </pc:docChgLst>
  <pc:docChgLst>
    <pc:chgData name="Ricardo Luiz Freitas" userId="122532effb8c3c75" providerId="LiveId" clId="{A208B48F-797A-4A31-8ED4-0AC82FAB186D}"/>
    <pc:docChg chg="undo custSel addSld delSld modSld">
      <pc:chgData name="Ricardo Luiz Freitas" userId="122532effb8c3c75" providerId="LiveId" clId="{A208B48F-797A-4A31-8ED4-0AC82FAB186D}" dt="2020-10-29T00:37:16.835" v="243" actId="14100"/>
      <pc:docMkLst>
        <pc:docMk/>
      </pc:docMkLst>
      <pc:sldChg chg="setBg">
        <pc:chgData name="Ricardo Luiz Freitas" userId="122532effb8c3c75" providerId="LiveId" clId="{A208B48F-797A-4A31-8ED4-0AC82FAB186D}" dt="2020-10-28T23:22:11.323" v="28"/>
        <pc:sldMkLst>
          <pc:docMk/>
          <pc:sldMk cId="0" sldId="256"/>
        </pc:sldMkLst>
      </pc:sldChg>
      <pc:sldChg chg="modSp mod setBg">
        <pc:chgData name="Ricardo Luiz Freitas" userId="122532effb8c3c75" providerId="LiveId" clId="{A208B48F-797A-4A31-8ED4-0AC82FAB186D}" dt="2020-10-28T23:22:11.323" v="28"/>
        <pc:sldMkLst>
          <pc:docMk/>
          <pc:sldMk cId="0" sldId="409"/>
        </pc:sldMkLst>
        <pc:spChg chg="mod">
          <ac:chgData name="Ricardo Luiz Freitas" userId="122532effb8c3c75" providerId="LiveId" clId="{A208B48F-797A-4A31-8ED4-0AC82FAB186D}" dt="2020-10-28T23:20:21.290" v="16" actId="20577"/>
          <ac:spMkLst>
            <pc:docMk/>
            <pc:sldMk cId="0" sldId="409"/>
            <ac:spMk id="6148" creationId="{9A273F99-B441-464F-9A59-0B0A96F4AFBA}"/>
          </ac:spMkLst>
        </pc:spChg>
      </pc:sldChg>
      <pc:sldChg chg="del">
        <pc:chgData name="Ricardo Luiz Freitas" userId="122532effb8c3c75" providerId="LiveId" clId="{A208B48F-797A-4A31-8ED4-0AC82FAB186D}" dt="2020-10-28T23:20:07.484" v="0" actId="47"/>
        <pc:sldMkLst>
          <pc:docMk/>
          <pc:sldMk cId="0" sldId="410"/>
        </pc:sldMkLst>
      </pc:sldChg>
      <pc:sldChg chg="del">
        <pc:chgData name="Ricardo Luiz Freitas" userId="122532effb8c3c75" providerId="LiveId" clId="{A208B48F-797A-4A31-8ED4-0AC82FAB186D}" dt="2020-10-28T23:20:07.484" v="0" actId="47"/>
        <pc:sldMkLst>
          <pc:docMk/>
          <pc:sldMk cId="0" sldId="412"/>
        </pc:sldMkLst>
      </pc:sldChg>
      <pc:sldChg chg="modSp mod setBg">
        <pc:chgData name="Ricardo Luiz Freitas" userId="122532effb8c3c75" providerId="LiveId" clId="{A208B48F-797A-4A31-8ED4-0AC82FAB186D}" dt="2020-10-29T00:36:34.787" v="236"/>
        <pc:sldMkLst>
          <pc:docMk/>
          <pc:sldMk cId="0" sldId="414"/>
        </pc:sldMkLst>
        <pc:spChg chg="mod">
          <ac:chgData name="Ricardo Luiz Freitas" userId="122532effb8c3c75" providerId="LiveId" clId="{A208B48F-797A-4A31-8ED4-0AC82FAB186D}" dt="2020-10-28T23:21:13.764" v="25" actId="20577"/>
          <ac:spMkLst>
            <pc:docMk/>
            <pc:sldMk cId="0" sldId="414"/>
            <ac:spMk id="14340" creationId="{85419D7E-D0B7-4EDD-A8BC-15182FCC449A}"/>
          </ac:spMkLst>
        </pc:spChg>
      </pc:sldChg>
      <pc:sldChg chg="del">
        <pc:chgData name="Ricardo Luiz Freitas" userId="122532effb8c3c75" providerId="LiveId" clId="{A208B48F-797A-4A31-8ED4-0AC82FAB186D}" dt="2020-10-28T23:21:19.179" v="26" actId="47"/>
        <pc:sldMkLst>
          <pc:docMk/>
          <pc:sldMk cId="0" sldId="415"/>
        </pc:sldMkLst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0" sldId="416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0" sldId="416"/>
            <ac:spMk id="16387" creationId="{8B510C97-3677-42C7-8B4E-1AC8978A4134}"/>
          </ac:spMkLst>
        </pc:spChg>
      </pc:sldChg>
      <pc:sldChg chg="del">
        <pc:chgData name="Ricardo Luiz Freitas" userId="122532effb8c3c75" providerId="LiveId" clId="{A208B48F-797A-4A31-8ED4-0AC82FAB186D}" dt="2020-10-28T23:21:52.001" v="27" actId="47"/>
        <pc:sldMkLst>
          <pc:docMk/>
          <pc:sldMk cId="0" sldId="417"/>
        </pc:sldMkLst>
      </pc:sldChg>
      <pc:sldChg chg="del">
        <pc:chgData name="Ricardo Luiz Freitas" userId="122532effb8c3c75" providerId="LiveId" clId="{A208B48F-797A-4A31-8ED4-0AC82FAB186D}" dt="2020-10-28T23:21:52.001" v="27" actId="47"/>
        <pc:sldMkLst>
          <pc:docMk/>
          <pc:sldMk cId="0" sldId="418"/>
        </pc:sldMkLst>
      </pc:sldChg>
      <pc:sldChg chg="setBg">
        <pc:chgData name="Ricardo Luiz Freitas" userId="122532effb8c3c75" providerId="LiveId" clId="{A208B48F-797A-4A31-8ED4-0AC82FAB186D}" dt="2020-10-28T23:22:37.968" v="29"/>
        <pc:sldMkLst>
          <pc:docMk/>
          <pc:sldMk cId="0" sldId="438"/>
        </pc:sldMkLst>
      </pc:sldChg>
      <pc:sldChg chg="del">
        <pc:chgData name="Ricardo Luiz Freitas" userId="122532effb8c3c75" providerId="LiveId" clId="{A208B48F-797A-4A31-8ED4-0AC82FAB186D}" dt="2020-10-28T23:22:43.309" v="30" actId="47"/>
        <pc:sldMkLst>
          <pc:docMk/>
          <pc:sldMk cId="0" sldId="439"/>
        </pc:sldMkLst>
      </pc:sldChg>
      <pc:sldChg chg="del">
        <pc:chgData name="Ricardo Luiz Freitas" userId="122532effb8c3c75" providerId="LiveId" clId="{A208B48F-797A-4A31-8ED4-0AC82FAB186D}" dt="2020-10-28T23:22:50.658" v="33" actId="47"/>
        <pc:sldMkLst>
          <pc:docMk/>
          <pc:sldMk cId="0" sldId="440"/>
        </pc:sldMkLst>
      </pc:sldChg>
      <pc:sldChg chg="del">
        <pc:chgData name="Ricardo Luiz Freitas" userId="122532effb8c3c75" providerId="LiveId" clId="{A208B48F-797A-4A31-8ED4-0AC82FAB186D}" dt="2020-10-28T23:23:06.299" v="35" actId="47"/>
        <pc:sldMkLst>
          <pc:docMk/>
          <pc:sldMk cId="0" sldId="441"/>
        </pc:sldMkLst>
      </pc:sldChg>
      <pc:sldChg chg="del">
        <pc:chgData name="Ricardo Luiz Freitas" userId="122532effb8c3c75" providerId="LiveId" clId="{A208B48F-797A-4A31-8ED4-0AC82FAB186D}" dt="2020-10-28T23:27:40.765" v="86" actId="47"/>
        <pc:sldMkLst>
          <pc:docMk/>
          <pc:sldMk cId="0" sldId="442"/>
        </pc:sldMkLst>
      </pc:sldChg>
      <pc:sldChg chg="del">
        <pc:chgData name="Ricardo Luiz Freitas" userId="122532effb8c3c75" providerId="LiveId" clId="{A208B48F-797A-4A31-8ED4-0AC82FAB186D}" dt="2020-10-28T23:28:02" v="93" actId="47"/>
        <pc:sldMkLst>
          <pc:docMk/>
          <pc:sldMk cId="0" sldId="444"/>
        </pc:sldMkLst>
      </pc:sldChg>
      <pc:sldChg chg="del">
        <pc:chgData name="Ricardo Luiz Freitas" userId="122532effb8c3c75" providerId="LiveId" clId="{A208B48F-797A-4A31-8ED4-0AC82FAB186D}" dt="2020-10-28T23:27:48.227" v="90" actId="47"/>
        <pc:sldMkLst>
          <pc:docMk/>
          <pc:sldMk cId="0" sldId="445"/>
        </pc:sldMkLst>
      </pc:sldChg>
      <pc:sldChg chg="del">
        <pc:chgData name="Ricardo Luiz Freitas" userId="122532effb8c3c75" providerId="LiveId" clId="{A208B48F-797A-4A31-8ED4-0AC82FAB186D}" dt="2020-10-28T23:28:56.269" v="102" actId="47"/>
        <pc:sldMkLst>
          <pc:docMk/>
          <pc:sldMk cId="0" sldId="448"/>
        </pc:sldMkLst>
      </pc:sldChg>
      <pc:sldChg chg="del">
        <pc:chgData name="Ricardo Luiz Freitas" userId="122532effb8c3c75" providerId="LiveId" clId="{A208B48F-797A-4A31-8ED4-0AC82FAB186D}" dt="2020-10-28T23:28:56.894" v="103" actId="47"/>
        <pc:sldMkLst>
          <pc:docMk/>
          <pc:sldMk cId="0" sldId="449"/>
        </pc:sldMkLst>
      </pc:sldChg>
      <pc:sldChg chg="setBg">
        <pc:chgData name="Ricardo Luiz Freitas" userId="122532effb8c3c75" providerId="LiveId" clId="{A208B48F-797A-4A31-8ED4-0AC82FAB186D}" dt="2020-10-28T23:22:11.323" v="28"/>
        <pc:sldMkLst>
          <pc:docMk/>
          <pc:sldMk cId="0" sldId="703"/>
        </pc:sldMkLst>
      </pc:sldChg>
      <pc:sldChg chg="modSp mod setBg">
        <pc:chgData name="Ricardo Luiz Freitas" userId="122532effb8c3c75" providerId="LiveId" clId="{A208B48F-797A-4A31-8ED4-0AC82FAB186D}" dt="2020-10-29T00:35:47.084" v="204" actId="313"/>
        <pc:sldMkLst>
          <pc:docMk/>
          <pc:sldMk cId="0" sldId="797"/>
        </pc:sldMkLst>
        <pc:spChg chg="mod">
          <ac:chgData name="Ricardo Luiz Freitas" userId="122532effb8c3c75" providerId="LiveId" clId="{A208B48F-797A-4A31-8ED4-0AC82FAB186D}" dt="2020-10-29T00:35:47.084" v="204" actId="313"/>
          <ac:spMkLst>
            <pc:docMk/>
            <pc:sldMk cId="0" sldId="797"/>
            <ac:spMk id="41988" creationId="{4B5683E3-419E-4B0B-8315-D692857EAB2B}"/>
          </ac:spMkLst>
        </pc:spChg>
      </pc:sldChg>
      <pc:sldChg chg="modSp mod setBg">
        <pc:chgData name="Ricardo Luiz Freitas" userId="122532effb8c3c75" providerId="LiveId" clId="{A208B48F-797A-4A31-8ED4-0AC82FAB186D}" dt="2020-10-29T00:35:47.821" v="205" actId="313"/>
        <pc:sldMkLst>
          <pc:docMk/>
          <pc:sldMk cId="0" sldId="798"/>
        </pc:sldMkLst>
        <pc:spChg chg="mod">
          <ac:chgData name="Ricardo Luiz Freitas" userId="122532effb8c3c75" providerId="LiveId" clId="{A208B48F-797A-4A31-8ED4-0AC82FAB186D}" dt="2020-10-29T00:35:47.821" v="205" actId="313"/>
          <ac:spMkLst>
            <pc:docMk/>
            <pc:sldMk cId="0" sldId="798"/>
            <ac:spMk id="44036" creationId="{07336059-FB2B-43EF-8EC8-E2A56390EE64}"/>
          </ac:spMkLst>
        </pc:spChg>
      </pc:sldChg>
      <pc:sldChg chg="del">
        <pc:chgData name="Ricardo Luiz Freitas" userId="122532effb8c3c75" providerId="LiveId" clId="{A208B48F-797A-4A31-8ED4-0AC82FAB186D}" dt="2020-10-28T23:25:16.959" v="70" actId="47"/>
        <pc:sldMkLst>
          <pc:docMk/>
          <pc:sldMk cId="0" sldId="803"/>
        </pc:sldMkLst>
      </pc:sldChg>
      <pc:sldChg chg="modSp mod setBg">
        <pc:chgData name="Ricardo Luiz Freitas" userId="122532effb8c3c75" providerId="LiveId" clId="{A208B48F-797A-4A31-8ED4-0AC82FAB186D}" dt="2020-10-29T00:35:45.634" v="202" actId="313"/>
        <pc:sldMkLst>
          <pc:docMk/>
          <pc:sldMk cId="0" sldId="804"/>
        </pc:sldMkLst>
        <pc:spChg chg="mod">
          <ac:chgData name="Ricardo Luiz Freitas" userId="122532effb8c3c75" providerId="LiveId" clId="{A208B48F-797A-4A31-8ED4-0AC82FAB186D}" dt="2020-10-29T00:35:45.634" v="202" actId="313"/>
          <ac:spMkLst>
            <pc:docMk/>
            <pc:sldMk cId="0" sldId="804"/>
            <ac:spMk id="37892" creationId="{E918DDB4-D957-4A5C-8000-F190B779626F}"/>
          </ac:spMkLst>
        </pc:spChg>
      </pc:sldChg>
      <pc:sldChg chg="del">
        <pc:chgData name="Ricardo Luiz Freitas" userId="122532effb8c3c75" providerId="LiveId" clId="{A208B48F-797A-4A31-8ED4-0AC82FAB186D}" dt="2020-10-28T23:26:07.676" v="73" actId="47"/>
        <pc:sldMkLst>
          <pc:docMk/>
          <pc:sldMk cId="0" sldId="811"/>
        </pc:sldMkLst>
      </pc:sldChg>
      <pc:sldChg chg="modSp mod setBg">
        <pc:chgData name="Ricardo Luiz Freitas" userId="122532effb8c3c75" providerId="LiveId" clId="{A208B48F-797A-4A31-8ED4-0AC82FAB186D}" dt="2020-10-29T00:35:48.519" v="206" actId="313"/>
        <pc:sldMkLst>
          <pc:docMk/>
          <pc:sldMk cId="0" sldId="812"/>
        </pc:sldMkLst>
        <pc:spChg chg="mod">
          <ac:chgData name="Ricardo Luiz Freitas" userId="122532effb8c3c75" providerId="LiveId" clId="{A208B48F-797A-4A31-8ED4-0AC82FAB186D}" dt="2020-10-29T00:35:48.519" v="206" actId="313"/>
          <ac:spMkLst>
            <pc:docMk/>
            <pc:sldMk cId="0" sldId="812"/>
            <ac:spMk id="46084" creationId="{DE9B3CBC-D984-42C8-9E08-BC1B7EBDE18D}"/>
          </ac:spMkLst>
        </pc:spChg>
      </pc:sldChg>
      <pc:sldChg chg="del">
        <pc:chgData name="Ricardo Luiz Freitas" userId="122532effb8c3c75" providerId="LiveId" clId="{A208B48F-797A-4A31-8ED4-0AC82FAB186D}" dt="2020-10-28T23:26:25.402" v="77" actId="47"/>
        <pc:sldMkLst>
          <pc:docMk/>
          <pc:sldMk cId="0" sldId="819"/>
        </pc:sldMkLst>
      </pc:sldChg>
      <pc:sldChg chg="modSp mod setBg">
        <pc:chgData name="Ricardo Luiz Freitas" userId="122532effb8c3c75" providerId="LiveId" clId="{A208B48F-797A-4A31-8ED4-0AC82FAB186D}" dt="2020-10-29T00:35:50.458" v="208" actId="313"/>
        <pc:sldMkLst>
          <pc:docMk/>
          <pc:sldMk cId="0" sldId="828"/>
        </pc:sldMkLst>
        <pc:spChg chg="mod">
          <ac:chgData name="Ricardo Luiz Freitas" userId="122532effb8c3c75" providerId="LiveId" clId="{A208B48F-797A-4A31-8ED4-0AC82FAB186D}" dt="2020-10-29T00:35:50.458" v="208" actId="313"/>
          <ac:spMkLst>
            <pc:docMk/>
            <pc:sldMk cId="0" sldId="828"/>
            <ac:spMk id="64516" creationId="{638FD219-60D8-4888-95E2-22A857C6837D}"/>
          </ac:spMkLst>
        </pc:spChg>
      </pc:sldChg>
      <pc:sldChg chg="modSp mod setBg">
        <pc:chgData name="Ricardo Luiz Freitas" userId="122532effb8c3c75" providerId="LiveId" clId="{A208B48F-797A-4A31-8ED4-0AC82FAB186D}" dt="2020-10-29T00:35:56.930" v="215" actId="313"/>
        <pc:sldMkLst>
          <pc:docMk/>
          <pc:sldMk cId="0" sldId="846"/>
        </pc:sldMkLst>
        <pc:spChg chg="mod">
          <ac:chgData name="Ricardo Luiz Freitas" userId="122532effb8c3c75" providerId="LiveId" clId="{A208B48F-797A-4A31-8ED4-0AC82FAB186D}" dt="2020-10-29T00:35:56.930" v="215" actId="313"/>
          <ac:spMkLst>
            <pc:docMk/>
            <pc:sldMk cId="0" sldId="846"/>
            <ac:spMk id="92164" creationId="{12E037E6-70DA-4FEC-BEB0-A040B4101464}"/>
          </ac:spMkLst>
        </pc:spChg>
      </pc:sldChg>
      <pc:sldChg chg="del">
        <pc:chgData name="Ricardo Luiz Freitas" userId="122532effb8c3c75" providerId="LiveId" clId="{A208B48F-797A-4A31-8ED4-0AC82FAB186D}" dt="2020-10-28T23:29:30.614" v="117" actId="47"/>
        <pc:sldMkLst>
          <pc:docMk/>
          <pc:sldMk cId="0" sldId="853"/>
        </pc:sldMkLst>
      </pc:sldChg>
      <pc:sldChg chg="del">
        <pc:chgData name="Ricardo Luiz Freitas" userId="122532effb8c3c75" providerId="LiveId" clId="{A208B48F-797A-4A31-8ED4-0AC82FAB186D}" dt="2020-10-28T23:24:13.974" v="40" actId="47"/>
        <pc:sldMkLst>
          <pc:docMk/>
          <pc:sldMk cId="0" sldId="861"/>
        </pc:sldMkLst>
      </pc:sldChg>
      <pc:sldChg chg="modSp mod setBg">
        <pc:chgData name="Ricardo Luiz Freitas" userId="122532effb8c3c75" providerId="LiveId" clId="{A208B48F-797A-4A31-8ED4-0AC82FAB186D}" dt="2020-10-29T00:21:47.015" v="140"/>
        <pc:sldMkLst>
          <pc:docMk/>
          <pc:sldMk cId="0" sldId="865"/>
        </pc:sldMkLst>
        <pc:spChg chg="mod">
          <ac:chgData name="Ricardo Luiz Freitas" userId="122532effb8c3c75" providerId="LiveId" clId="{A208B48F-797A-4A31-8ED4-0AC82FAB186D}" dt="2020-10-29T00:21:35.439" v="139" actId="20577"/>
          <ac:spMkLst>
            <pc:docMk/>
            <pc:sldMk cId="0" sldId="865"/>
            <ac:spMk id="98308" creationId="{2DC84DCC-BF5D-44E6-9ABA-12836CA0F9DF}"/>
          </ac:spMkLst>
        </pc:spChg>
      </pc:sldChg>
      <pc:sldChg chg="setBg">
        <pc:chgData name="Ricardo Luiz Freitas" userId="122532effb8c3c75" providerId="LiveId" clId="{A208B48F-797A-4A31-8ED4-0AC82FAB186D}" dt="2020-10-29T00:21:56.701" v="141"/>
        <pc:sldMkLst>
          <pc:docMk/>
          <pc:sldMk cId="0" sldId="866"/>
        </pc:sldMkLst>
      </pc:sldChg>
      <pc:sldChg chg="del">
        <pc:chgData name="Ricardo Luiz Freitas" userId="122532effb8c3c75" providerId="LiveId" clId="{A208B48F-797A-4A31-8ED4-0AC82FAB186D}" dt="2020-10-29T00:21:07.129" v="119" actId="47"/>
        <pc:sldMkLst>
          <pc:docMk/>
          <pc:sldMk cId="0" sldId="867"/>
        </pc:sldMkLst>
      </pc:sldChg>
      <pc:sldChg chg="setBg">
        <pc:chgData name="Ricardo Luiz Freitas" userId="122532effb8c3c75" providerId="LiveId" clId="{A208B48F-797A-4A31-8ED4-0AC82FAB186D}" dt="2020-10-29T00:22:04.526" v="142"/>
        <pc:sldMkLst>
          <pc:docMk/>
          <pc:sldMk cId="0" sldId="868"/>
        </pc:sldMkLst>
      </pc:sldChg>
      <pc:sldChg chg="setBg">
        <pc:chgData name="Ricardo Luiz Freitas" userId="122532effb8c3c75" providerId="LiveId" clId="{A208B48F-797A-4A31-8ED4-0AC82FAB186D}" dt="2020-10-29T00:22:29.272" v="143"/>
        <pc:sldMkLst>
          <pc:docMk/>
          <pc:sldMk cId="0" sldId="869"/>
        </pc:sldMkLst>
      </pc:sldChg>
      <pc:sldChg chg="modSp mod setBg">
        <pc:chgData name="Ricardo Luiz Freitas" userId="122532effb8c3c75" providerId="LiveId" clId="{A208B48F-797A-4A31-8ED4-0AC82FAB186D}" dt="2020-10-29T00:36:07.708" v="220" actId="313"/>
        <pc:sldMkLst>
          <pc:docMk/>
          <pc:sldMk cId="0" sldId="882"/>
        </pc:sldMkLst>
        <pc:spChg chg="mod">
          <ac:chgData name="Ricardo Luiz Freitas" userId="122532effb8c3c75" providerId="LiveId" clId="{A208B48F-797A-4A31-8ED4-0AC82FAB186D}" dt="2020-10-29T00:36:07.708" v="220" actId="313"/>
          <ac:spMkLst>
            <pc:docMk/>
            <pc:sldMk cId="0" sldId="882"/>
            <ac:spMk id="114692" creationId="{203405B6-A690-45C1-961C-0BF2119159D7}"/>
          </ac:spMkLst>
        </pc:spChg>
      </pc:sldChg>
      <pc:sldChg chg="add del">
        <pc:chgData name="Ricardo Luiz Freitas" userId="122532effb8c3c75" providerId="LiveId" clId="{A208B48F-797A-4A31-8ED4-0AC82FAB186D}" dt="2020-10-29T00:23:43.606" v="156" actId="47"/>
        <pc:sldMkLst>
          <pc:docMk/>
          <pc:sldMk cId="0" sldId="884"/>
        </pc:sldMkLst>
      </pc:sldChg>
      <pc:sldChg chg="del">
        <pc:chgData name="Ricardo Luiz Freitas" userId="122532effb8c3c75" providerId="LiveId" clId="{A208B48F-797A-4A31-8ED4-0AC82FAB186D}" dt="2020-10-29T00:24:59.510" v="173" actId="47"/>
        <pc:sldMkLst>
          <pc:docMk/>
          <pc:sldMk cId="0" sldId="886"/>
        </pc:sldMkLst>
      </pc:sldChg>
      <pc:sldChg chg="del">
        <pc:chgData name="Ricardo Luiz Freitas" userId="122532effb8c3c75" providerId="LiveId" clId="{A208B48F-797A-4A31-8ED4-0AC82FAB186D}" dt="2020-10-29T00:24:44.530" v="171" actId="47"/>
        <pc:sldMkLst>
          <pc:docMk/>
          <pc:sldMk cId="0" sldId="900"/>
        </pc:sldMkLst>
      </pc:sldChg>
      <pc:sldChg chg="modSp mod setBg">
        <pc:chgData name="Ricardo Luiz Freitas" userId="122532effb8c3c75" providerId="LiveId" clId="{A208B48F-797A-4A31-8ED4-0AC82FAB186D}" dt="2020-10-29T00:35:57.715" v="216" actId="313"/>
        <pc:sldMkLst>
          <pc:docMk/>
          <pc:sldMk cId="0" sldId="965"/>
        </pc:sldMkLst>
        <pc:spChg chg="mod">
          <ac:chgData name="Ricardo Luiz Freitas" userId="122532effb8c3c75" providerId="LiveId" clId="{A208B48F-797A-4A31-8ED4-0AC82FAB186D}" dt="2020-10-29T00:35:57.715" v="216" actId="313"/>
          <ac:spMkLst>
            <pc:docMk/>
            <pc:sldMk cId="0" sldId="965"/>
            <ac:spMk id="95235" creationId="{99981813-EF36-48BC-B016-4C60E2A85ECD}"/>
          </ac:spMkLst>
        </pc:spChg>
      </pc:sldChg>
      <pc:sldChg chg="del">
        <pc:chgData name="Ricardo Luiz Freitas" userId="122532effb8c3c75" providerId="LiveId" clId="{A208B48F-797A-4A31-8ED4-0AC82FAB186D}" dt="2020-10-28T23:22:52.491" v="34" actId="47"/>
        <pc:sldMkLst>
          <pc:docMk/>
          <pc:sldMk cId="0" sldId="966"/>
        </pc:sldMkLst>
      </pc:sldChg>
      <pc:sldChg chg="del">
        <pc:chgData name="Ricardo Luiz Freitas" userId="122532effb8c3c75" providerId="LiveId" clId="{A208B48F-797A-4A31-8ED4-0AC82FAB186D}" dt="2020-10-28T23:28:48.830" v="98" actId="47"/>
        <pc:sldMkLst>
          <pc:docMk/>
          <pc:sldMk cId="0" sldId="969"/>
        </pc:sldMkLst>
      </pc:sldChg>
      <pc:sldChg chg="del">
        <pc:chgData name="Ricardo Luiz Freitas" userId="122532effb8c3c75" providerId="LiveId" clId="{A208B48F-797A-4A31-8ED4-0AC82FAB186D}" dt="2020-10-28T23:28:52.825" v="100" actId="47"/>
        <pc:sldMkLst>
          <pc:docMk/>
          <pc:sldMk cId="0" sldId="970"/>
        </pc:sldMkLst>
      </pc:sldChg>
      <pc:sldChg chg="del">
        <pc:chgData name="Ricardo Luiz Freitas" userId="122532effb8c3c75" providerId="LiveId" clId="{A208B48F-797A-4A31-8ED4-0AC82FAB186D}" dt="2020-10-28T23:28:53.685" v="101" actId="47"/>
        <pc:sldMkLst>
          <pc:docMk/>
          <pc:sldMk cId="0" sldId="971"/>
        </pc:sldMkLst>
      </pc:sldChg>
      <pc:sldChg chg="del">
        <pc:chgData name="Ricardo Luiz Freitas" userId="122532effb8c3c75" providerId="LiveId" clId="{A208B48F-797A-4A31-8ED4-0AC82FAB186D}" dt="2020-10-28T23:28:44.978" v="96" actId="47"/>
        <pc:sldMkLst>
          <pc:docMk/>
          <pc:sldMk cId="0" sldId="985"/>
        </pc:sldMkLst>
      </pc:sldChg>
      <pc:sldChg chg="del">
        <pc:chgData name="Ricardo Luiz Freitas" userId="122532effb8c3c75" providerId="LiveId" clId="{A208B48F-797A-4A31-8ED4-0AC82FAB186D}" dt="2020-10-28T23:29:19.365" v="110" actId="47"/>
        <pc:sldMkLst>
          <pc:docMk/>
          <pc:sldMk cId="0" sldId="986"/>
        </pc:sldMkLst>
      </pc:sldChg>
      <pc:sldChg chg="del">
        <pc:chgData name="Ricardo Luiz Freitas" userId="122532effb8c3c75" providerId="LiveId" clId="{A208B48F-797A-4A31-8ED4-0AC82FAB186D}" dt="2020-10-28T23:29:27.323" v="115" actId="47"/>
        <pc:sldMkLst>
          <pc:docMk/>
          <pc:sldMk cId="0" sldId="987"/>
        </pc:sldMkLst>
      </pc:sldChg>
      <pc:sldChg chg="del">
        <pc:chgData name="Ricardo Luiz Freitas" userId="122532effb8c3c75" providerId="LiveId" clId="{A208B48F-797A-4A31-8ED4-0AC82FAB186D}" dt="2020-10-29T00:25:23.255" v="182" actId="47"/>
        <pc:sldMkLst>
          <pc:docMk/>
          <pc:sldMk cId="0" sldId="1030"/>
        </pc:sldMkLst>
      </pc:sldChg>
      <pc:sldChg chg="modSp mod setBg">
        <pc:chgData name="Ricardo Luiz Freitas" userId="122532effb8c3c75" providerId="LiveId" clId="{A208B48F-797A-4A31-8ED4-0AC82FAB186D}" dt="2020-10-29T00:36:13.803" v="228" actId="313"/>
        <pc:sldMkLst>
          <pc:docMk/>
          <pc:sldMk cId="0" sldId="1032"/>
        </pc:sldMkLst>
        <pc:spChg chg="mod">
          <ac:chgData name="Ricardo Luiz Freitas" userId="122532effb8c3c75" providerId="LiveId" clId="{A208B48F-797A-4A31-8ED4-0AC82FAB186D}" dt="2020-10-29T00:36:13.803" v="228" actId="313"/>
          <ac:spMkLst>
            <pc:docMk/>
            <pc:sldMk cId="0" sldId="1032"/>
            <ac:spMk id="135172" creationId="{1F615856-A4AF-4084-B838-EC8736C6D329}"/>
          </ac:spMkLst>
        </pc:spChg>
      </pc:sldChg>
      <pc:sldChg chg="modSp mod setBg">
        <pc:chgData name="Ricardo Luiz Freitas" userId="122532effb8c3c75" providerId="LiveId" clId="{A208B48F-797A-4A31-8ED4-0AC82FAB186D}" dt="2020-10-29T00:36:15.932" v="231" actId="313"/>
        <pc:sldMkLst>
          <pc:docMk/>
          <pc:sldMk cId="0" sldId="1040"/>
        </pc:sldMkLst>
        <pc:spChg chg="mod">
          <ac:chgData name="Ricardo Luiz Freitas" userId="122532effb8c3c75" providerId="LiveId" clId="{A208B48F-797A-4A31-8ED4-0AC82FAB186D}" dt="2020-10-29T00:36:15.932" v="231" actId="313"/>
          <ac:spMkLst>
            <pc:docMk/>
            <pc:sldMk cId="0" sldId="1040"/>
            <ac:spMk id="144388" creationId="{FA589444-565F-4089-B059-3CBB95DBBE89}"/>
          </ac:spMkLst>
        </pc:spChg>
      </pc:sldChg>
      <pc:sldChg chg="del">
        <pc:chgData name="Ricardo Luiz Freitas" userId="122532effb8c3c75" providerId="LiveId" clId="{A208B48F-797A-4A31-8ED4-0AC82FAB186D}" dt="2020-10-29T00:25:31.426" v="190" actId="47"/>
        <pc:sldMkLst>
          <pc:docMk/>
          <pc:sldMk cId="0" sldId="1041"/>
        </pc:sldMkLst>
      </pc:sldChg>
      <pc:sldChg chg="del">
        <pc:chgData name="Ricardo Luiz Freitas" userId="122532effb8c3c75" providerId="LiveId" clId="{A208B48F-797A-4A31-8ED4-0AC82FAB186D}" dt="2020-10-29T00:25:31.936" v="191" actId="47"/>
        <pc:sldMkLst>
          <pc:docMk/>
          <pc:sldMk cId="0" sldId="1042"/>
        </pc:sldMkLst>
      </pc:sldChg>
      <pc:sldChg chg="del">
        <pc:chgData name="Ricardo Luiz Freitas" userId="122532effb8c3c75" providerId="LiveId" clId="{A208B48F-797A-4A31-8ED4-0AC82FAB186D}" dt="2020-10-29T00:25:32.573" v="192" actId="47"/>
        <pc:sldMkLst>
          <pc:docMk/>
          <pc:sldMk cId="0" sldId="1043"/>
        </pc:sldMkLst>
      </pc:sldChg>
      <pc:sldChg chg="del">
        <pc:chgData name="Ricardo Luiz Freitas" userId="122532effb8c3c75" providerId="LiveId" clId="{A208B48F-797A-4A31-8ED4-0AC82FAB186D}" dt="2020-10-29T00:25:33.309" v="193" actId="47"/>
        <pc:sldMkLst>
          <pc:docMk/>
          <pc:sldMk cId="0" sldId="1044"/>
        </pc:sldMkLst>
      </pc:sldChg>
      <pc:sldChg chg="modSp mod setBg">
        <pc:chgData name="Ricardo Luiz Freitas" userId="122532effb8c3c75" providerId="LiveId" clId="{A208B48F-797A-4A31-8ED4-0AC82FAB186D}" dt="2020-10-29T00:36:17.588" v="233" actId="313"/>
        <pc:sldMkLst>
          <pc:docMk/>
          <pc:sldMk cId="0" sldId="1045"/>
        </pc:sldMkLst>
        <pc:spChg chg="mod">
          <ac:chgData name="Ricardo Luiz Freitas" userId="122532effb8c3c75" providerId="LiveId" clId="{A208B48F-797A-4A31-8ED4-0AC82FAB186D}" dt="2020-10-29T00:36:17.588" v="233" actId="313"/>
          <ac:spMkLst>
            <pc:docMk/>
            <pc:sldMk cId="0" sldId="1045"/>
            <ac:spMk id="149508" creationId="{3F252FC5-2A59-44D1-BDA7-2F3D48100D8B}"/>
          </ac:spMkLst>
        </pc:spChg>
      </pc:sldChg>
      <pc:sldChg chg="del">
        <pc:chgData name="Ricardo Luiz Freitas" userId="122532effb8c3c75" providerId="LiveId" clId="{A208B48F-797A-4A31-8ED4-0AC82FAB186D}" dt="2020-10-29T00:25:35.249" v="194" actId="47"/>
        <pc:sldMkLst>
          <pc:docMk/>
          <pc:sldMk cId="0" sldId="1046"/>
        </pc:sldMkLst>
      </pc:sldChg>
      <pc:sldChg chg="modSp mod setBg">
        <pc:chgData name="Ricardo Luiz Freitas" userId="122532effb8c3c75" providerId="LiveId" clId="{A208B48F-797A-4A31-8ED4-0AC82FAB186D}" dt="2020-10-29T00:36:19.197" v="235" actId="313"/>
        <pc:sldMkLst>
          <pc:docMk/>
          <pc:sldMk cId="0" sldId="1047"/>
        </pc:sldMkLst>
        <pc:spChg chg="mod">
          <ac:chgData name="Ricardo Luiz Freitas" userId="122532effb8c3c75" providerId="LiveId" clId="{A208B48F-797A-4A31-8ED4-0AC82FAB186D}" dt="2020-10-29T00:36:19.197" v="235" actId="313"/>
          <ac:spMkLst>
            <pc:docMk/>
            <pc:sldMk cId="0" sldId="1047"/>
            <ac:spMk id="151556" creationId="{1334E5F2-6D59-4793-ABE2-5C153D046FC1}"/>
          </ac:spMkLst>
        </pc:spChg>
      </pc:sldChg>
      <pc:sldChg chg="del">
        <pc:chgData name="Ricardo Luiz Freitas" userId="122532effb8c3c75" providerId="LiveId" clId="{A208B48F-797A-4A31-8ED4-0AC82FAB186D}" dt="2020-10-29T00:25:36.472" v="195" actId="47"/>
        <pc:sldMkLst>
          <pc:docMk/>
          <pc:sldMk cId="0" sldId="1048"/>
        </pc:sldMkLst>
      </pc:sldChg>
      <pc:sldChg chg="del">
        <pc:chgData name="Ricardo Luiz Freitas" userId="122532effb8c3c75" providerId="LiveId" clId="{A208B48F-797A-4A31-8ED4-0AC82FAB186D}" dt="2020-10-29T00:25:37.136" v="196" actId="47"/>
        <pc:sldMkLst>
          <pc:docMk/>
          <pc:sldMk cId="0" sldId="1049"/>
        </pc:sldMkLst>
      </pc:sldChg>
      <pc:sldChg chg="del">
        <pc:chgData name="Ricardo Luiz Freitas" userId="122532effb8c3c75" providerId="LiveId" clId="{A208B48F-797A-4A31-8ED4-0AC82FAB186D}" dt="2020-10-29T00:25:25.837" v="185" actId="47"/>
        <pc:sldMkLst>
          <pc:docMk/>
          <pc:sldMk cId="0" sldId="1056"/>
        </pc:sldMkLst>
      </pc:sldChg>
      <pc:sldChg chg="del">
        <pc:chgData name="Ricardo Luiz Freitas" userId="122532effb8c3c75" providerId="LiveId" clId="{A208B48F-797A-4A31-8ED4-0AC82FAB186D}" dt="2020-10-28T23:20:39.244" v="17" actId="47"/>
        <pc:sldMkLst>
          <pc:docMk/>
          <pc:sldMk cId="0" sldId="1466"/>
        </pc:sldMkLst>
      </pc:sldChg>
      <pc:sldChg chg="del">
        <pc:chgData name="Ricardo Luiz Freitas" userId="122532effb8c3c75" providerId="LiveId" clId="{A208B48F-797A-4A31-8ED4-0AC82FAB186D}" dt="2020-10-28T23:20:39.244" v="17" actId="47"/>
        <pc:sldMkLst>
          <pc:docMk/>
          <pc:sldMk cId="0" sldId="1467"/>
        </pc:sldMkLst>
      </pc:sldChg>
      <pc:sldChg chg="del">
        <pc:chgData name="Ricardo Luiz Freitas" userId="122532effb8c3c75" providerId="LiveId" clId="{A208B48F-797A-4A31-8ED4-0AC82FAB186D}" dt="2020-10-28T23:20:39.244" v="17" actId="47"/>
        <pc:sldMkLst>
          <pc:docMk/>
          <pc:sldMk cId="0" sldId="1468"/>
        </pc:sldMkLst>
      </pc:sldChg>
      <pc:sldChg chg="del">
        <pc:chgData name="Ricardo Luiz Freitas" userId="122532effb8c3c75" providerId="LiveId" clId="{A208B48F-797A-4A31-8ED4-0AC82FAB186D}" dt="2020-10-28T23:20:39.244" v="17" actId="47"/>
        <pc:sldMkLst>
          <pc:docMk/>
          <pc:sldMk cId="0" sldId="1469"/>
        </pc:sldMkLst>
      </pc:sldChg>
      <pc:sldChg chg="del">
        <pc:chgData name="Ricardo Luiz Freitas" userId="122532effb8c3c75" providerId="LiveId" clId="{A208B48F-797A-4A31-8ED4-0AC82FAB186D}" dt="2020-10-28T23:20:39.244" v="17" actId="47"/>
        <pc:sldMkLst>
          <pc:docMk/>
          <pc:sldMk cId="0" sldId="1470"/>
        </pc:sldMkLst>
      </pc:sldChg>
      <pc:sldChg chg="del">
        <pc:chgData name="Ricardo Luiz Freitas" userId="122532effb8c3c75" providerId="LiveId" clId="{A208B48F-797A-4A31-8ED4-0AC82FAB186D}" dt="2020-10-28T23:22:48.830" v="32" actId="47"/>
        <pc:sldMkLst>
          <pc:docMk/>
          <pc:sldMk cId="0" sldId="1471"/>
        </pc:sldMkLst>
      </pc:sldChg>
      <pc:sldChg chg="del">
        <pc:chgData name="Ricardo Luiz Freitas" userId="122532effb8c3c75" providerId="LiveId" clId="{A208B48F-797A-4A31-8ED4-0AC82FAB186D}" dt="2020-10-28T23:23:59.670" v="38" actId="47"/>
        <pc:sldMkLst>
          <pc:docMk/>
          <pc:sldMk cId="0" sldId="1472"/>
        </pc:sldMkLst>
      </pc:sldChg>
      <pc:sldChg chg="setBg">
        <pc:chgData name="Ricardo Luiz Freitas" userId="122532effb8c3c75" providerId="LiveId" clId="{A208B48F-797A-4A31-8ED4-0AC82FAB186D}" dt="2020-10-28T23:24:09.367" v="39"/>
        <pc:sldMkLst>
          <pc:docMk/>
          <pc:sldMk cId="0" sldId="1473"/>
        </pc:sldMkLst>
      </pc:sldChg>
      <pc:sldChg chg="setBg">
        <pc:chgData name="Ricardo Luiz Freitas" userId="122532effb8c3c75" providerId="LiveId" clId="{A208B48F-797A-4A31-8ED4-0AC82FAB186D}" dt="2020-10-28T23:24:19.112" v="41"/>
        <pc:sldMkLst>
          <pc:docMk/>
          <pc:sldMk cId="0" sldId="1474"/>
        </pc:sldMkLst>
      </pc:sldChg>
      <pc:sldChg chg="del">
        <pc:chgData name="Ricardo Luiz Freitas" userId="122532effb8c3c75" providerId="LiveId" clId="{A208B48F-797A-4A31-8ED4-0AC82FAB186D}" dt="2020-10-28T23:24:23.986" v="42" actId="47"/>
        <pc:sldMkLst>
          <pc:docMk/>
          <pc:sldMk cId="0" sldId="1475"/>
        </pc:sldMkLst>
      </pc:sldChg>
      <pc:sldChg chg="setBg">
        <pc:chgData name="Ricardo Luiz Freitas" userId="122532effb8c3c75" providerId="LiveId" clId="{A208B48F-797A-4A31-8ED4-0AC82FAB186D}" dt="2020-10-28T23:24:29.746" v="43"/>
        <pc:sldMkLst>
          <pc:docMk/>
          <pc:sldMk cId="0" sldId="1476"/>
        </pc:sldMkLst>
      </pc:sldChg>
      <pc:sldChg chg="del">
        <pc:chgData name="Ricardo Luiz Freitas" userId="122532effb8c3c75" providerId="LiveId" clId="{A208B48F-797A-4A31-8ED4-0AC82FAB186D}" dt="2020-10-28T23:24:35.785" v="44" actId="47"/>
        <pc:sldMkLst>
          <pc:docMk/>
          <pc:sldMk cId="0" sldId="1477"/>
        </pc:sldMkLst>
      </pc:sldChg>
      <pc:sldChg chg="setBg">
        <pc:chgData name="Ricardo Luiz Freitas" userId="122532effb8c3c75" providerId="LiveId" clId="{A208B48F-797A-4A31-8ED4-0AC82FAB186D}" dt="2020-10-28T23:24:41.491" v="45"/>
        <pc:sldMkLst>
          <pc:docMk/>
          <pc:sldMk cId="0" sldId="1478"/>
        </pc:sldMkLst>
      </pc:sldChg>
      <pc:sldChg chg="modSp mod setBg">
        <pc:chgData name="Ricardo Luiz Freitas" userId="122532effb8c3c75" providerId="LiveId" clId="{A208B48F-797A-4A31-8ED4-0AC82FAB186D}" dt="2020-10-29T00:35:43.936" v="200" actId="313"/>
        <pc:sldMkLst>
          <pc:docMk/>
          <pc:sldMk cId="0" sldId="1479"/>
        </pc:sldMkLst>
        <pc:spChg chg="mod">
          <ac:chgData name="Ricardo Luiz Freitas" userId="122532effb8c3c75" providerId="LiveId" clId="{A208B48F-797A-4A31-8ED4-0AC82FAB186D}" dt="2020-10-29T00:35:43.936" v="200" actId="313"/>
          <ac:spMkLst>
            <pc:docMk/>
            <pc:sldMk cId="0" sldId="1479"/>
            <ac:spMk id="33796" creationId="{CA15ED75-2F43-467E-97FD-24C7B8A21AD0}"/>
          </ac:spMkLst>
        </pc:spChg>
      </pc:sldChg>
      <pc:sldChg chg="modSp mod setBg">
        <pc:chgData name="Ricardo Luiz Freitas" userId="122532effb8c3c75" providerId="LiveId" clId="{A208B48F-797A-4A31-8ED4-0AC82FAB186D}" dt="2020-10-29T00:35:44.849" v="201" actId="313"/>
        <pc:sldMkLst>
          <pc:docMk/>
          <pc:sldMk cId="0" sldId="1480"/>
        </pc:sldMkLst>
        <pc:spChg chg="mod">
          <ac:chgData name="Ricardo Luiz Freitas" userId="122532effb8c3c75" providerId="LiveId" clId="{A208B48F-797A-4A31-8ED4-0AC82FAB186D}" dt="2020-10-29T00:35:44.849" v="201" actId="313"/>
          <ac:spMkLst>
            <pc:docMk/>
            <pc:sldMk cId="0" sldId="1480"/>
            <ac:spMk id="35844" creationId="{54B1C42D-BA46-4B88-91DD-3EDB4826401D}"/>
          </ac:spMkLst>
        </pc:spChg>
      </pc:sldChg>
      <pc:sldChg chg="del">
        <pc:chgData name="Ricardo Luiz Freitas" userId="122532effb8c3c75" providerId="LiveId" clId="{A208B48F-797A-4A31-8ED4-0AC82FAB186D}" dt="2020-10-28T23:26:20.078" v="75" actId="47"/>
        <pc:sldMkLst>
          <pc:docMk/>
          <pc:sldMk cId="0" sldId="1481"/>
        </pc:sldMkLst>
      </pc:sldChg>
      <pc:sldChg chg="modSp mod setBg">
        <pc:chgData name="Ricardo Luiz Freitas" userId="122532effb8c3c75" providerId="LiveId" clId="{A208B48F-797A-4A31-8ED4-0AC82FAB186D}" dt="2020-10-29T00:35:46.370" v="203" actId="313"/>
        <pc:sldMkLst>
          <pc:docMk/>
          <pc:sldMk cId="0" sldId="1482"/>
        </pc:sldMkLst>
        <pc:spChg chg="mod">
          <ac:chgData name="Ricardo Luiz Freitas" userId="122532effb8c3c75" providerId="LiveId" clId="{A208B48F-797A-4A31-8ED4-0AC82FAB186D}" dt="2020-10-29T00:35:46.370" v="203" actId="313"/>
          <ac:spMkLst>
            <pc:docMk/>
            <pc:sldMk cId="0" sldId="1482"/>
            <ac:spMk id="39940" creationId="{E5312E29-F776-43AC-9158-6F28A876B338}"/>
          </ac:spMkLst>
        </pc:spChg>
      </pc:sldChg>
      <pc:sldChg chg="del">
        <pc:chgData name="Ricardo Luiz Freitas" userId="122532effb8c3c75" providerId="LiveId" clId="{A208B48F-797A-4A31-8ED4-0AC82FAB186D}" dt="2020-10-28T23:26:23.216" v="76" actId="47"/>
        <pc:sldMkLst>
          <pc:docMk/>
          <pc:sldMk cId="0" sldId="1483"/>
        </pc:sldMkLst>
      </pc:sldChg>
      <pc:sldChg chg="del">
        <pc:chgData name="Ricardo Luiz Freitas" userId="122532effb8c3c75" providerId="LiveId" clId="{A208B48F-797A-4A31-8ED4-0AC82FAB186D}" dt="2020-10-28T23:26:27.054" v="78" actId="47"/>
        <pc:sldMkLst>
          <pc:docMk/>
          <pc:sldMk cId="0" sldId="1484"/>
        </pc:sldMkLst>
      </pc:sldChg>
      <pc:sldChg chg="del">
        <pc:chgData name="Ricardo Luiz Freitas" userId="122532effb8c3c75" providerId="LiveId" clId="{A208B48F-797A-4A31-8ED4-0AC82FAB186D}" dt="2020-10-28T23:26:28.747" v="79" actId="47"/>
        <pc:sldMkLst>
          <pc:docMk/>
          <pc:sldMk cId="0" sldId="1486"/>
        </pc:sldMkLst>
      </pc:sldChg>
      <pc:sldChg chg="del">
        <pc:chgData name="Ricardo Luiz Freitas" userId="122532effb8c3c75" providerId="LiveId" clId="{A208B48F-797A-4A31-8ED4-0AC82FAB186D}" dt="2020-10-28T23:26:47.217" v="81" actId="47"/>
        <pc:sldMkLst>
          <pc:docMk/>
          <pc:sldMk cId="0" sldId="1487"/>
        </pc:sldMkLst>
      </pc:sldChg>
      <pc:sldChg chg="del">
        <pc:chgData name="Ricardo Luiz Freitas" userId="122532effb8c3c75" providerId="LiveId" clId="{A208B48F-797A-4A31-8ED4-0AC82FAB186D}" dt="2020-10-28T23:27:00.893" v="82" actId="47"/>
        <pc:sldMkLst>
          <pc:docMk/>
          <pc:sldMk cId="0" sldId="1488"/>
        </pc:sldMkLst>
      </pc:sldChg>
      <pc:sldChg chg="del">
        <pc:chgData name="Ricardo Luiz Freitas" userId="122532effb8c3c75" providerId="LiveId" clId="{A208B48F-797A-4A31-8ED4-0AC82FAB186D}" dt="2020-10-28T23:27:00.893" v="82" actId="47"/>
        <pc:sldMkLst>
          <pc:docMk/>
          <pc:sldMk cId="0" sldId="1489"/>
        </pc:sldMkLst>
      </pc:sldChg>
      <pc:sldChg chg="del">
        <pc:chgData name="Ricardo Luiz Freitas" userId="122532effb8c3c75" providerId="LiveId" clId="{A208B48F-797A-4A31-8ED4-0AC82FAB186D}" dt="2020-10-28T23:27:08.807" v="83" actId="47"/>
        <pc:sldMkLst>
          <pc:docMk/>
          <pc:sldMk cId="0" sldId="1490"/>
        </pc:sldMkLst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0" sldId="1491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0" sldId="1491"/>
            <ac:spMk id="53250" creationId="{9D380137-BE3B-4C9D-9AEE-3AFB84D36DFB}"/>
          </ac:spMkLst>
        </pc:spChg>
      </pc:sldChg>
      <pc:sldChg chg="modSp mod setBg">
        <pc:chgData name="Ricardo Luiz Freitas" userId="122532effb8c3c75" providerId="LiveId" clId="{A208B48F-797A-4A31-8ED4-0AC82FAB186D}" dt="2020-10-29T00:35:49.310" v="207" actId="313"/>
        <pc:sldMkLst>
          <pc:docMk/>
          <pc:sldMk cId="0" sldId="1492"/>
        </pc:sldMkLst>
        <pc:spChg chg="mod">
          <ac:chgData name="Ricardo Luiz Freitas" userId="122532effb8c3c75" providerId="LiveId" clId="{A208B48F-797A-4A31-8ED4-0AC82FAB186D}" dt="2020-10-29T00:35:49.310" v="207" actId="313"/>
          <ac:spMkLst>
            <pc:docMk/>
            <pc:sldMk cId="0" sldId="1492"/>
            <ac:spMk id="54276" creationId="{7D2A9F12-B593-461A-9BD3-EA2124A4844E}"/>
          </ac:spMkLst>
        </pc:spChg>
      </pc:sldChg>
      <pc:sldChg chg="del">
        <pc:chgData name="Ricardo Luiz Freitas" userId="122532effb8c3c75" providerId="LiveId" clId="{A208B48F-797A-4A31-8ED4-0AC82FAB186D}" dt="2020-10-28T23:27:37.319" v="85" actId="47"/>
        <pc:sldMkLst>
          <pc:docMk/>
          <pc:sldMk cId="0" sldId="1493"/>
        </pc:sldMkLst>
      </pc:sldChg>
      <pc:sldChg chg="del">
        <pc:chgData name="Ricardo Luiz Freitas" userId="122532effb8c3c75" providerId="LiveId" clId="{A208B48F-797A-4A31-8ED4-0AC82FAB186D}" dt="2020-10-28T23:27:37.319" v="85" actId="47"/>
        <pc:sldMkLst>
          <pc:docMk/>
          <pc:sldMk cId="0" sldId="1494"/>
        </pc:sldMkLst>
      </pc:sldChg>
      <pc:sldChg chg="del">
        <pc:chgData name="Ricardo Luiz Freitas" userId="122532effb8c3c75" providerId="LiveId" clId="{A208B48F-797A-4A31-8ED4-0AC82FAB186D}" dt="2020-10-28T23:27:37.319" v="85" actId="47"/>
        <pc:sldMkLst>
          <pc:docMk/>
          <pc:sldMk cId="0" sldId="1495"/>
        </pc:sldMkLst>
      </pc:sldChg>
      <pc:sldChg chg="del">
        <pc:chgData name="Ricardo Luiz Freitas" userId="122532effb8c3c75" providerId="LiveId" clId="{A208B48F-797A-4A31-8ED4-0AC82FAB186D}" dt="2020-10-28T23:27:37.319" v="85" actId="47"/>
        <pc:sldMkLst>
          <pc:docMk/>
          <pc:sldMk cId="0" sldId="1496"/>
        </pc:sldMkLst>
      </pc:sldChg>
      <pc:sldChg chg="del">
        <pc:chgData name="Ricardo Luiz Freitas" userId="122532effb8c3c75" providerId="LiveId" clId="{A208B48F-797A-4A31-8ED4-0AC82FAB186D}" dt="2020-10-28T23:27:42.700" v="87" actId="47"/>
        <pc:sldMkLst>
          <pc:docMk/>
          <pc:sldMk cId="0" sldId="1497"/>
        </pc:sldMkLst>
      </pc:sldChg>
      <pc:sldChg chg="del">
        <pc:chgData name="Ricardo Luiz Freitas" userId="122532effb8c3c75" providerId="LiveId" clId="{A208B48F-797A-4A31-8ED4-0AC82FAB186D}" dt="2020-10-28T23:27:44.526" v="88" actId="47"/>
        <pc:sldMkLst>
          <pc:docMk/>
          <pc:sldMk cId="0" sldId="1498"/>
        </pc:sldMkLst>
      </pc:sldChg>
      <pc:sldChg chg="del">
        <pc:chgData name="Ricardo Luiz Freitas" userId="122532effb8c3c75" providerId="LiveId" clId="{A208B48F-797A-4A31-8ED4-0AC82FAB186D}" dt="2020-10-28T23:27:46.286" v="89" actId="47"/>
        <pc:sldMkLst>
          <pc:docMk/>
          <pc:sldMk cId="0" sldId="1499"/>
        </pc:sldMkLst>
      </pc:sldChg>
      <pc:sldChg chg="del">
        <pc:chgData name="Ricardo Luiz Freitas" userId="122532effb8c3c75" providerId="LiveId" clId="{A208B48F-797A-4A31-8ED4-0AC82FAB186D}" dt="2020-10-28T23:27:59.246" v="92" actId="47"/>
        <pc:sldMkLst>
          <pc:docMk/>
          <pc:sldMk cId="0" sldId="1500"/>
        </pc:sldMkLst>
      </pc:sldChg>
      <pc:sldChg chg="del">
        <pc:chgData name="Ricardo Luiz Freitas" userId="122532effb8c3c75" providerId="LiveId" clId="{A208B48F-797A-4A31-8ED4-0AC82FAB186D}" dt="2020-10-28T23:27:59.246" v="92" actId="47"/>
        <pc:sldMkLst>
          <pc:docMk/>
          <pc:sldMk cId="0" sldId="1501"/>
        </pc:sldMkLst>
      </pc:sldChg>
      <pc:sldChg chg="del">
        <pc:chgData name="Ricardo Luiz Freitas" userId="122532effb8c3c75" providerId="LiveId" clId="{A208B48F-797A-4A31-8ED4-0AC82FAB186D}" dt="2020-10-28T23:28:04.291" v="94" actId="47"/>
        <pc:sldMkLst>
          <pc:docMk/>
          <pc:sldMk cId="0" sldId="1508"/>
        </pc:sldMkLst>
      </pc:sldChg>
      <pc:sldChg chg="del">
        <pc:chgData name="Ricardo Luiz Freitas" userId="122532effb8c3c75" providerId="LiveId" clId="{A208B48F-797A-4A31-8ED4-0AC82FAB186D}" dt="2020-10-28T23:28:06.086" v="95" actId="47"/>
        <pc:sldMkLst>
          <pc:docMk/>
          <pc:sldMk cId="0" sldId="1509"/>
        </pc:sldMkLst>
      </pc:sldChg>
      <pc:sldChg chg="del">
        <pc:chgData name="Ricardo Luiz Freitas" userId="122532effb8c3c75" providerId="LiveId" clId="{A208B48F-797A-4A31-8ED4-0AC82FAB186D}" dt="2020-10-28T23:28:47.019" v="97" actId="47"/>
        <pc:sldMkLst>
          <pc:docMk/>
          <pc:sldMk cId="0" sldId="1510"/>
        </pc:sldMkLst>
      </pc:sldChg>
      <pc:sldChg chg="del">
        <pc:chgData name="Ricardo Luiz Freitas" userId="122532effb8c3c75" providerId="LiveId" clId="{A208B48F-797A-4A31-8ED4-0AC82FAB186D}" dt="2020-10-28T23:28:49.475" v="99" actId="47"/>
        <pc:sldMkLst>
          <pc:docMk/>
          <pc:sldMk cId="0" sldId="1511"/>
        </pc:sldMkLst>
      </pc:sldChg>
      <pc:sldChg chg="modSp mod setBg">
        <pc:chgData name="Ricardo Luiz Freitas" userId="122532effb8c3c75" providerId="LiveId" clId="{A208B48F-797A-4A31-8ED4-0AC82FAB186D}" dt="2020-10-29T00:35:55.305" v="213" actId="313"/>
        <pc:sldMkLst>
          <pc:docMk/>
          <pc:sldMk cId="0" sldId="1512"/>
        </pc:sldMkLst>
        <pc:spChg chg="mod">
          <ac:chgData name="Ricardo Luiz Freitas" userId="122532effb8c3c75" providerId="LiveId" clId="{A208B48F-797A-4A31-8ED4-0AC82FAB186D}" dt="2020-10-29T00:35:55.305" v="213" actId="313"/>
          <ac:spMkLst>
            <pc:docMk/>
            <pc:sldMk cId="0" sldId="1512"/>
            <ac:spMk id="86019" creationId="{39BAAB10-23D0-4C5F-89D1-F34FC9ADB0B7}"/>
          </ac:spMkLst>
        </pc:spChg>
      </pc:sldChg>
      <pc:sldChg chg="del">
        <pc:chgData name="Ricardo Luiz Freitas" userId="122532effb8c3c75" providerId="LiveId" clId="{A208B48F-797A-4A31-8ED4-0AC82FAB186D}" dt="2020-10-28T23:29:20.335" v="111" actId="47"/>
        <pc:sldMkLst>
          <pc:docMk/>
          <pc:sldMk cId="0" sldId="1513"/>
        </pc:sldMkLst>
      </pc:sldChg>
      <pc:sldChg chg="modSp mod setBg">
        <pc:chgData name="Ricardo Luiz Freitas" userId="122532effb8c3c75" providerId="LiveId" clId="{A208B48F-797A-4A31-8ED4-0AC82FAB186D}" dt="2020-10-29T00:35:56.148" v="214" actId="313"/>
        <pc:sldMkLst>
          <pc:docMk/>
          <pc:sldMk cId="0" sldId="1514"/>
        </pc:sldMkLst>
        <pc:spChg chg="mod">
          <ac:chgData name="Ricardo Luiz Freitas" userId="122532effb8c3c75" providerId="LiveId" clId="{A208B48F-797A-4A31-8ED4-0AC82FAB186D}" dt="2020-10-29T00:35:56.148" v="214" actId="313"/>
          <ac:spMkLst>
            <pc:docMk/>
            <pc:sldMk cId="0" sldId="1514"/>
            <ac:spMk id="89091" creationId="{AF6923B6-C01C-498D-832A-E874E7C1CFE8}"/>
          </ac:spMkLst>
        </pc:spChg>
      </pc:sldChg>
      <pc:sldChg chg="del">
        <pc:chgData name="Ricardo Luiz Freitas" userId="122532effb8c3c75" providerId="LiveId" clId="{A208B48F-797A-4A31-8ED4-0AC82FAB186D}" dt="2020-10-28T23:29:22.725" v="112" actId="47"/>
        <pc:sldMkLst>
          <pc:docMk/>
          <pc:sldMk cId="0" sldId="1515"/>
        </pc:sldMkLst>
      </pc:sldChg>
      <pc:sldChg chg="del">
        <pc:chgData name="Ricardo Luiz Freitas" userId="122532effb8c3c75" providerId="LiveId" clId="{A208B48F-797A-4A31-8ED4-0AC82FAB186D}" dt="2020-10-28T23:29:23.703" v="113" actId="47"/>
        <pc:sldMkLst>
          <pc:docMk/>
          <pc:sldMk cId="0" sldId="1516"/>
        </pc:sldMkLst>
      </pc:sldChg>
      <pc:sldChg chg="del">
        <pc:chgData name="Ricardo Luiz Freitas" userId="122532effb8c3c75" providerId="LiveId" clId="{A208B48F-797A-4A31-8ED4-0AC82FAB186D}" dt="2020-10-28T23:29:26.519" v="114" actId="47"/>
        <pc:sldMkLst>
          <pc:docMk/>
          <pc:sldMk cId="0" sldId="1517"/>
        </pc:sldMkLst>
      </pc:sldChg>
      <pc:sldChg chg="del">
        <pc:chgData name="Ricardo Luiz Freitas" userId="122532effb8c3c75" providerId="LiveId" clId="{A208B48F-797A-4A31-8ED4-0AC82FAB186D}" dt="2020-10-28T23:29:29.817" v="116" actId="47"/>
        <pc:sldMkLst>
          <pc:docMk/>
          <pc:sldMk cId="0" sldId="1518"/>
        </pc:sldMkLst>
      </pc:sldChg>
      <pc:sldChg chg="setBg">
        <pc:chgData name="Ricardo Luiz Freitas" userId="122532effb8c3c75" providerId="LiveId" clId="{A208B48F-797A-4A31-8ED4-0AC82FAB186D}" dt="2020-10-29T00:22:42.246" v="145"/>
        <pc:sldMkLst>
          <pc:docMk/>
          <pc:sldMk cId="0" sldId="1519"/>
        </pc:sldMkLst>
      </pc:sldChg>
      <pc:sldChg chg="setBg">
        <pc:chgData name="Ricardo Luiz Freitas" userId="122532effb8c3c75" providerId="LiveId" clId="{A208B48F-797A-4A31-8ED4-0AC82FAB186D}" dt="2020-10-29T00:22:42.246" v="145"/>
        <pc:sldMkLst>
          <pc:docMk/>
          <pc:sldMk cId="0" sldId="1520"/>
        </pc:sldMkLst>
      </pc:sldChg>
      <pc:sldChg chg="del">
        <pc:chgData name="Ricardo Luiz Freitas" userId="122532effb8c3c75" providerId="LiveId" clId="{A208B48F-797A-4A31-8ED4-0AC82FAB186D}" dt="2020-10-29T00:22:36.649" v="144" actId="47"/>
        <pc:sldMkLst>
          <pc:docMk/>
          <pc:sldMk cId="0" sldId="1521"/>
        </pc:sldMkLst>
      </pc:sldChg>
      <pc:sldChg chg="del">
        <pc:chgData name="Ricardo Luiz Freitas" userId="122532effb8c3c75" providerId="LiveId" clId="{A208B48F-797A-4A31-8ED4-0AC82FAB186D}" dt="2020-10-29T00:22:45.737" v="146" actId="47"/>
        <pc:sldMkLst>
          <pc:docMk/>
          <pc:sldMk cId="0" sldId="1522"/>
        </pc:sldMkLst>
      </pc:sldChg>
      <pc:sldChg chg="del">
        <pc:chgData name="Ricardo Luiz Freitas" userId="122532effb8c3c75" providerId="LiveId" clId="{A208B48F-797A-4A31-8ED4-0AC82FAB186D}" dt="2020-10-29T00:22:47.995" v="147" actId="47"/>
        <pc:sldMkLst>
          <pc:docMk/>
          <pc:sldMk cId="0" sldId="1523"/>
        </pc:sldMkLst>
      </pc:sldChg>
      <pc:sldChg chg="modSp mod setBg">
        <pc:chgData name="Ricardo Luiz Freitas" userId="122532effb8c3c75" providerId="LiveId" clId="{A208B48F-797A-4A31-8ED4-0AC82FAB186D}" dt="2020-10-29T00:36:05.742" v="218" actId="313"/>
        <pc:sldMkLst>
          <pc:docMk/>
          <pc:sldMk cId="0" sldId="1524"/>
        </pc:sldMkLst>
        <pc:spChg chg="mod">
          <ac:chgData name="Ricardo Luiz Freitas" userId="122532effb8c3c75" providerId="LiveId" clId="{A208B48F-797A-4A31-8ED4-0AC82FAB186D}" dt="2020-10-29T00:36:05.742" v="218" actId="313"/>
          <ac:spMkLst>
            <pc:docMk/>
            <pc:sldMk cId="0" sldId="1524"/>
            <ac:spMk id="108548" creationId="{1ECB755B-4F0A-41BF-918B-C7642D19A761}"/>
          </ac:spMkLst>
        </pc:spChg>
      </pc:sldChg>
      <pc:sldChg chg="del">
        <pc:chgData name="Ricardo Luiz Freitas" userId="122532effb8c3c75" providerId="LiveId" clId="{A208B48F-797A-4A31-8ED4-0AC82FAB186D}" dt="2020-10-29T00:22:59.014" v="148" actId="47"/>
        <pc:sldMkLst>
          <pc:docMk/>
          <pc:sldMk cId="0" sldId="1525"/>
        </pc:sldMkLst>
      </pc:sldChg>
      <pc:sldChg chg="modSp mod setBg">
        <pc:chgData name="Ricardo Luiz Freitas" userId="122532effb8c3c75" providerId="LiveId" clId="{A208B48F-797A-4A31-8ED4-0AC82FAB186D}" dt="2020-10-29T00:36:06.928" v="219" actId="313"/>
        <pc:sldMkLst>
          <pc:docMk/>
          <pc:sldMk cId="0" sldId="1526"/>
        </pc:sldMkLst>
        <pc:spChg chg="mod">
          <ac:chgData name="Ricardo Luiz Freitas" userId="122532effb8c3c75" providerId="LiveId" clId="{A208B48F-797A-4A31-8ED4-0AC82FAB186D}" dt="2020-10-29T00:36:06.928" v="219" actId="313"/>
          <ac:spMkLst>
            <pc:docMk/>
            <pc:sldMk cId="0" sldId="1526"/>
            <ac:spMk id="111620" creationId="{D4EC191A-F638-4EE0-9CE2-2D75B5261429}"/>
          </ac:spMkLst>
        </pc:spChg>
      </pc:sldChg>
      <pc:sldChg chg="del">
        <pc:chgData name="Ricardo Luiz Freitas" userId="122532effb8c3c75" providerId="LiveId" clId="{A208B48F-797A-4A31-8ED4-0AC82FAB186D}" dt="2020-10-29T00:24:59.510" v="173" actId="47"/>
        <pc:sldMkLst>
          <pc:docMk/>
          <pc:sldMk cId="0" sldId="1527"/>
        </pc:sldMkLst>
      </pc:sldChg>
      <pc:sldChg chg="modSp mod setBg">
        <pc:chgData name="Ricardo Luiz Freitas" userId="122532effb8c3c75" providerId="LiveId" clId="{A208B48F-797A-4A31-8ED4-0AC82FAB186D}" dt="2020-10-29T00:36:08.432" v="221" actId="313"/>
        <pc:sldMkLst>
          <pc:docMk/>
          <pc:sldMk cId="0" sldId="1528"/>
        </pc:sldMkLst>
        <pc:spChg chg="mod">
          <ac:chgData name="Ricardo Luiz Freitas" userId="122532effb8c3c75" providerId="LiveId" clId="{A208B48F-797A-4A31-8ED4-0AC82FAB186D}" dt="2020-10-29T00:36:08.432" v="221" actId="313"/>
          <ac:spMkLst>
            <pc:docMk/>
            <pc:sldMk cId="0" sldId="1528"/>
            <ac:spMk id="117764" creationId="{904F7397-18EA-40C3-A577-C569078702A6}"/>
          </ac:spMkLst>
        </pc:spChg>
      </pc:sldChg>
      <pc:sldChg chg="del">
        <pc:chgData name="Ricardo Luiz Freitas" userId="122532effb8c3c75" providerId="LiveId" clId="{A208B48F-797A-4A31-8ED4-0AC82FAB186D}" dt="2020-10-29T00:25:14.484" v="174" actId="47"/>
        <pc:sldMkLst>
          <pc:docMk/>
          <pc:sldMk cId="0" sldId="1529"/>
        </pc:sldMkLst>
      </pc:sldChg>
      <pc:sldChg chg="modSp mod setBg">
        <pc:chgData name="Ricardo Luiz Freitas" userId="122532effb8c3c75" providerId="LiveId" clId="{A208B48F-797A-4A31-8ED4-0AC82FAB186D}" dt="2020-10-29T00:36:09.122" v="222" actId="313"/>
        <pc:sldMkLst>
          <pc:docMk/>
          <pc:sldMk cId="0" sldId="1530"/>
        </pc:sldMkLst>
        <pc:spChg chg="mod">
          <ac:chgData name="Ricardo Luiz Freitas" userId="122532effb8c3c75" providerId="LiveId" clId="{A208B48F-797A-4A31-8ED4-0AC82FAB186D}" dt="2020-10-29T00:36:09.122" v="222" actId="313"/>
          <ac:spMkLst>
            <pc:docMk/>
            <pc:sldMk cId="0" sldId="1530"/>
            <ac:spMk id="119812" creationId="{9F4C5F0F-F6D3-44E6-9305-6C5C66454559}"/>
          </ac:spMkLst>
        </pc:spChg>
      </pc:sldChg>
      <pc:sldChg chg="del">
        <pc:chgData name="Ricardo Luiz Freitas" userId="122532effb8c3c75" providerId="LiveId" clId="{A208B48F-797A-4A31-8ED4-0AC82FAB186D}" dt="2020-10-29T00:25:15.820" v="175" actId="47"/>
        <pc:sldMkLst>
          <pc:docMk/>
          <pc:sldMk cId="0" sldId="1531"/>
        </pc:sldMkLst>
      </pc:sldChg>
      <pc:sldChg chg="del">
        <pc:chgData name="Ricardo Luiz Freitas" userId="122532effb8c3c75" providerId="LiveId" clId="{A208B48F-797A-4A31-8ED4-0AC82FAB186D}" dt="2020-10-29T00:25:17.259" v="176" actId="47"/>
        <pc:sldMkLst>
          <pc:docMk/>
          <pc:sldMk cId="0" sldId="1532"/>
        </pc:sldMkLst>
      </pc:sldChg>
      <pc:sldChg chg="modSp mod setBg">
        <pc:chgData name="Ricardo Luiz Freitas" userId="122532effb8c3c75" providerId="LiveId" clId="{A208B48F-797A-4A31-8ED4-0AC82FAB186D}" dt="2020-10-29T00:36:09.765" v="223" actId="313"/>
        <pc:sldMkLst>
          <pc:docMk/>
          <pc:sldMk cId="0" sldId="1533"/>
        </pc:sldMkLst>
        <pc:spChg chg="mod">
          <ac:chgData name="Ricardo Luiz Freitas" userId="122532effb8c3c75" providerId="LiveId" clId="{A208B48F-797A-4A31-8ED4-0AC82FAB186D}" dt="2020-10-29T00:36:09.765" v="223" actId="313"/>
          <ac:spMkLst>
            <pc:docMk/>
            <pc:sldMk cId="0" sldId="1533"/>
            <ac:spMk id="123908" creationId="{2891D1A6-C75B-4110-8384-7AC005B366CC}"/>
          </ac:spMkLst>
        </pc:spChg>
      </pc:sldChg>
      <pc:sldChg chg="del">
        <pc:chgData name="Ricardo Luiz Freitas" userId="122532effb8c3c75" providerId="LiveId" clId="{A208B48F-797A-4A31-8ED4-0AC82FAB186D}" dt="2020-10-29T00:25:18.433" v="177" actId="47"/>
        <pc:sldMkLst>
          <pc:docMk/>
          <pc:sldMk cId="0" sldId="1534"/>
        </pc:sldMkLst>
      </pc:sldChg>
      <pc:sldChg chg="modSp mod setBg">
        <pc:chgData name="Ricardo Luiz Freitas" userId="122532effb8c3c75" providerId="LiveId" clId="{A208B48F-797A-4A31-8ED4-0AC82FAB186D}" dt="2020-10-29T00:36:10.441" v="224" actId="313"/>
        <pc:sldMkLst>
          <pc:docMk/>
          <pc:sldMk cId="0" sldId="1535"/>
        </pc:sldMkLst>
        <pc:spChg chg="mod">
          <ac:chgData name="Ricardo Luiz Freitas" userId="122532effb8c3c75" providerId="LiveId" clId="{A208B48F-797A-4A31-8ED4-0AC82FAB186D}" dt="2020-10-29T00:36:10.441" v="224" actId="313"/>
          <ac:spMkLst>
            <pc:docMk/>
            <pc:sldMk cId="0" sldId="1535"/>
            <ac:spMk id="125956" creationId="{A4058A95-EB4B-4AA4-9D48-04318C40E2C1}"/>
          </ac:spMkLst>
        </pc:spChg>
      </pc:sldChg>
      <pc:sldChg chg="del">
        <pc:chgData name="Ricardo Luiz Freitas" userId="122532effb8c3c75" providerId="LiveId" clId="{A208B48F-797A-4A31-8ED4-0AC82FAB186D}" dt="2020-10-29T00:25:19.685" v="178" actId="47"/>
        <pc:sldMkLst>
          <pc:docMk/>
          <pc:sldMk cId="0" sldId="1536"/>
        </pc:sldMkLst>
      </pc:sldChg>
      <pc:sldChg chg="modSp mod setBg">
        <pc:chgData name="Ricardo Luiz Freitas" userId="122532effb8c3c75" providerId="LiveId" clId="{A208B48F-797A-4A31-8ED4-0AC82FAB186D}" dt="2020-10-29T00:36:12.154" v="226" actId="313"/>
        <pc:sldMkLst>
          <pc:docMk/>
          <pc:sldMk cId="0" sldId="1537"/>
        </pc:sldMkLst>
        <pc:spChg chg="mod">
          <ac:chgData name="Ricardo Luiz Freitas" userId="122532effb8c3c75" providerId="LiveId" clId="{A208B48F-797A-4A31-8ED4-0AC82FAB186D}" dt="2020-10-29T00:36:12.154" v="226" actId="313"/>
          <ac:spMkLst>
            <pc:docMk/>
            <pc:sldMk cId="0" sldId="1537"/>
            <ac:spMk id="128004" creationId="{235406D1-D29C-4654-90FD-D6AE7F85B284}"/>
          </ac:spMkLst>
        </pc:spChg>
      </pc:sldChg>
      <pc:sldChg chg="del">
        <pc:chgData name="Ricardo Luiz Freitas" userId="122532effb8c3c75" providerId="LiveId" clId="{A208B48F-797A-4A31-8ED4-0AC82FAB186D}" dt="2020-10-29T00:25:20.857" v="179" actId="47"/>
        <pc:sldMkLst>
          <pc:docMk/>
          <pc:sldMk cId="0" sldId="1538"/>
        </pc:sldMkLst>
      </pc:sldChg>
      <pc:sldChg chg="modSp mod setBg">
        <pc:chgData name="Ricardo Luiz Freitas" userId="122532effb8c3c75" providerId="LiveId" clId="{A208B48F-797A-4A31-8ED4-0AC82FAB186D}" dt="2020-10-29T00:36:13.064" v="227" actId="313"/>
        <pc:sldMkLst>
          <pc:docMk/>
          <pc:sldMk cId="0" sldId="1539"/>
        </pc:sldMkLst>
        <pc:spChg chg="mod">
          <ac:chgData name="Ricardo Luiz Freitas" userId="122532effb8c3c75" providerId="LiveId" clId="{A208B48F-797A-4A31-8ED4-0AC82FAB186D}" dt="2020-10-29T00:36:13.064" v="227" actId="313"/>
          <ac:spMkLst>
            <pc:docMk/>
            <pc:sldMk cId="0" sldId="1539"/>
            <ac:spMk id="130052" creationId="{DD097C5B-032D-4D21-B0B8-56CF8D1AF4CE}"/>
          </ac:spMkLst>
        </pc:spChg>
      </pc:sldChg>
      <pc:sldChg chg="del">
        <pc:chgData name="Ricardo Luiz Freitas" userId="122532effb8c3c75" providerId="LiveId" clId="{A208B48F-797A-4A31-8ED4-0AC82FAB186D}" dt="2020-10-29T00:25:21.966" v="180" actId="47"/>
        <pc:sldMkLst>
          <pc:docMk/>
          <pc:sldMk cId="0" sldId="1540"/>
        </pc:sldMkLst>
      </pc:sldChg>
      <pc:sldChg chg="del">
        <pc:chgData name="Ricardo Luiz Freitas" userId="122532effb8c3c75" providerId="LiveId" clId="{A208B48F-797A-4A31-8ED4-0AC82FAB186D}" dt="2020-10-29T00:25:22.567" v="181" actId="47"/>
        <pc:sldMkLst>
          <pc:docMk/>
          <pc:sldMk cId="0" sldId="1541"/>
        </pc:sldMkLst>
      </pc:sldChg>
      <pc:sldChg chg="del">
        <pc:chgData name="Ricardo Luiz Freitas" userId="122532effb8c3c75" providerId="LiveId" clId="{A208B48F-797A-4A31-8ED4-0AC82FAB186D}" dt="2020-10-29T00:25:24.004" v="183" actId="47"/>
        <pc:sldMkLst>
          <pc:docMk/>
          <pc:sldMk cId="0" sldId="1542"/>
        </pc:sldMkLst>
      </pc:sldChg>
      <pc:sldChg chg="del">
        <pc:chgData name="Ricardo Luiz Freitas" userId="122532effb8c3c75" providerId="LiveId" clId="{A208B48F-797A-4A31-8ED4-0AC82FAB186D}" dt="2020-10-29T00:25:25.332" v="184" actId="47"/>
        <pc:sldMkLst>
          <pc:docMk/>
          <pc:sldMk cId="0" sldId="1543"/>
        </pc:sldMkLst>
      </pc:sldChg>
      <pc:sldChg chg="del">
        <pc:chgData name="Ricardo Luiz Freitas" userId="122532effb8c3c75" providerId="LiveId" clId="{A208B48F-797A-4A31-8ED4-0AC82FAB186D}" dt="2020-10-29T00:25:26.418" v="186" actId="47"/>
        <pc:sldMkLst>
          <pc:docMk/>
          <pc:sldMk cId="0" sldId="1544"/>
        </pc:sldMkLst>
      </pc:sldChg>
      <pc:sldChg chg="modSp mod setBg">
        <pc:chgData name="Ricardo Luiz Freitas" userId="122532effb8c3c75" providerId="LiveId" clId="{A208B48F-797A-4A31-8ED4-0AC82FAB186D}" dt="2020-10-29T00:36:14.513" v="229" actId="313"/>
        <pc:sldMkLst>
          <pc:docMk/>
          <pc:sldMk cId="0" sldId="1545"/>
        </pc:sldMkLst>
        <pc:spChg chg="mod">
          <ac:chgData name="Ricardo Luiz Freitas" userId="122532effb8c3c75" providerId="LiveId" clId="{A208B48F-797A-4A31-8ED4-0AC82FAB186D}" dt="2020-10-29T00:36:14.513" v="229" actId="313"/>
          <ac:spMkLst>
            <pc:docMk/>
            <pc:sldMk cId="0" sldId="1545"/>
            <ac:spMk id="139268" creationId="{61A3D482-A167-44B5-918F-3CFB8E6083A1}"/>
          </ac:spMkLst>
        </pc:spChg>
      </pc:sldChg>
      <pc:sldChg chg="del">
        <pc:chgData name="Ricardo Luiz Freitas" userId="122532effb8c3c75" providerId="LiveId" clId="{A208B48F-797A-4A31-8ED4-0AC82FAB186D}" dt="2020-10-29T00:25:27.794" v="187" actId="47"/>
        <pc:sldMkLst>
          <pc:docMk/>
          <pc:sldMk cId="0" sldId="1546"/>
        </pc:sldMkLst>
      </pc:sldChg>
      <pc:sldChg chg="modSp mod setBg">
        <pc:chgData name="Ricardo Luiz Freitas" userId="122532effb8c3c75" providerId="LiveId" clId="{A208B48F-797A-4A31-8ED4-0AC82FAB186D}" dt="2020-10-29T00:36:15.219" v="230" actId="313"/>
        <pc:sldMkLst>
          <pc:docMk/>
          <pc:sldMk cId="0" sldId="1547"/>
        </pc:sldMkLst>
        <pc:spChg chg="mod">
          <ac:chgData name="Ricardo Luiz Freitas" userId="122532effb8c3c75" providerId="LiveId" clId="{A208B48F-797A-4A31-8ED4-0AC82FAB186D}" dt="2020-10-29T00:36:15.219" v="230" actId="313"/>
          <ac:spMkLst>
            <pc:docMk/>
            <pc:sldMk cId="0" sldId="1547"/>
            <ac:spMk id="141315" creationId="{8124ACE1-A429-4407-8218-260018F53E09}"/>
          </ac:spMkLst>
        </pc:spChg>
      </pc:sldChg>
      <pc:sldChg chg="del">
        <pc:chgData name="Ricardo Luiz Freitas" userId="122532effb8c3c75" providerId="LiveId" clId="{A208B48F-797A-4A31-8ED4-0AC82FAB186D}" dt="2020-10-29T00:25:29.312" v="188" actId="47"/>
        <pc:sldMkLst>
          <pc:docMk/>
          <pc:sldMk cId="0" sldId="1548"/>
        </pc:sldMkLst>
      </pc:sldChg>
      <pc:sldChg chg="del">
        <pc:chgData name="Ricardo Luiz Freitas" userId="122532effb8c3c75" providerId="LiveId" clId="{A208B48F-797A-4A31-8ED4-0AC82FAB186D}" dt="2020-10-29T00:25:30.228" v="189" actId="47"/>
        <pc:sldMkLst>
          <pc:docMk/>
          <pc:sldMk cId="0" sldId="1549"/>
        </pc:sldMkLst>
      </pc:sldChg>
      <pc:sldChg chg="del">
        <pc:chgData name="Ricardo Luiz Freitas" userId="122532effb8c3c75" providerId="LiveId" clId="{A208B48F-797A-4A31-8ED4-0AC82FAB186D}" dt="2020-10-28T23:22:46.592" v="31" actId="47"/>
        <pc:sldMkLst>
          <pc:docMk/>
          <pc:sldMk cId="406263485" sldId="1634"/>
        </pc:sldMkLst>
      </pc:sldChg>
      <pc:sldChg chg="del">
        <pc:chgData name="Ricardo Luiz Freitas" userId="122532effb8c3c75" providerId="LiveId" clId="{A208B48F-797A-4A31-8ED4-0AC82FAB186D}" dt="2020-10-28T23:23:56.287" v="37" actId="47"/>
        <pc:sldMkLst>
          <pc:docMk/>
          <pc:sldMk cId="3498808891" sldId="1635"/>
        </pc:sldMkLst>
      </pc:sldChg>
      <pc:sldChg chg="modSp mod setBg">
        <pc:chgData name="Ricardo Luiz Freitas" userId="122532effb8c3c75" providerId="LiveId" clId="{A208B48F-797A-4A31-8ED4-0AC82FAB186D}" dt="2020-10-29T00:35:51.241" v="209" actId="313"/>
        <pc:sldMkLst>
          <pc:docMk/>
          <pc:sldMk cId="4196556131" sldId="1636"/>
        </pc:sldMkLst>
        <pc:spChg chg="mod">
          <ac:chgData name="Ricardo Luiz Freitas" userId="122532effb8c3c75" providerId="LiveId" clId="{A208B48F-797A-4A31-8ED4-0AC82FAB186D}" dt="2020-10-29T00:35:51.241" v="209" actId="313"/>
          <ac:spMkLst>
            <pc:docMk/>
            <pc:sldMk cId="4196556131" sldId="1636"/>
            <ac:spMk id="67588" creationId="{E4A55CE1-8FC4-49D3-A7EC-A11EB683290B}"/>
          </ac:spMkLst>
        </pc:spChg>
      </pc:sldChg>
      <pc:sldChg chg="del">
        <pc:chgData name="Ricardo Luiz Freitas" userId="122532effb8c3c75" providerId="LiveId" clId="{A208B48F-797A-4A31-8ED4-0AC82FAB186D}" dt="2020-10-28T23:29:08.260" v="105" actId="47"/>
        <pc:sldMkLst>
          <pc:docMk/>
          <pc:sldMk cId="2557611641" sldId="1637"/>
        </pc:sldMkLst>
      </pc:sldChg>
      <pc:sldChg chg="modSp mod setBg">
        <pc:chgData name="Ricardo Luiz Freitas" userId="122532effb8c3c75" providerId="LiveId" clId="{A208B48F-797A-4A31-8ED4-0AC82FAB186D}" dt="2020-10-29T00:35:53.596" v="211" actId="313"/>
        <pc:sldMkLst>
          <pc:docMk/>
          <pc:sldMk cId="1060698893" sldId="1638"/>
        </pc:sldMkLst>
        <pc:spChg chg="mod">
          <ac:chgData name="Ricardo Luiz Freitas" userId="122532effb8c3c75" providerId="LiveId" clId="{A208B48F-797A-4A31-8ED4-0AC82FAB186D}" dt="2020-10-29T00:35:53.596" v="211" actId="313"/>
          <ac:spMkLst>
            <pc:docMk/>
            <pc:sldMk cId="1060698893" sldId="1638"/>
            <ac:spMk id="69636" creationId="{A260A63D-4A68-477E-B5F9-80871DDF92C3}"/>
          </ac:spMkLst>
        </pc:spChg>
      </pc:sldChg>
      <pc:sldChg chg="del">
        <pc:chgData name="Ricardo Luiz Freitas" userId="122532effb8c3c75" providerId="LiveId" clId="{A208B48F-797A-4A31-8ED4-0AC82FAB186D}" dt="2020-10-28T23:29:11.203" v="106" actId="47"/>
        <pc:sldMkLst>
          <pc:docMk/>
          <pc:sldMk cId="381763858" sldId="1639"/>
        </pc:sldMkLst>
      </pc:sldChg>
      <pc:sldChg chg="del">
        <pc:chgData name="Ricardo Luiz Freitas" userId="122532effb8c3c75" providerId="LiveId" clId="{A208B48F-797A-4A31-8ED4-0AC82FAB186D}" dt="2020-10-28T23:29:13.034" v="107" actId="47"/>
        <pc:sldMkLst>
          <pc:docMk/>
          <pc:sldMk cId="1720966666" sldId="1640"/>
        </pc:sldMkLst>
      </pc:sldChg>
      <pc:sldChg chg="del">
        <pc:chgData name="Ricardo Luiz Freitas" userId="122532effb8c3c75" providerId="LiveId" clId="{A208B48F-797A-4A31-8ED4-0AC82FAB186D}" dt="2020-10-28T23:29:14.415" v="108" actId="47"/>
        <pc:sldMkLst>
          <pc:docMk/>
          <pc:sldMk cId="1798263326" sldId="1641"/>
        </pc:sldMkLst>
      </pc:sldChg>
      <pc:sldChg chg="modSp mod setBg">
        <pc:chgData name="Ricardo Luiz Freitas" userId="122532effb8c3c75" providerId="LiveId" clId="{A208B48F-797A-4A31-8ED4-0AC82FAB186D}" dt="2020-10-29T00:35:54.494" v="212" actId="313"/>
        <pc:sldMkLst>
          <pc:docMk/>
          <pc:sldMk cId="826718070" sldId="1642"/>
        </pc:sldMkLst>
        <pc:spChg chg="mod">
          <ac:chgData name="Ricardo Luiz Freitas" userId="122532effb8c3c75" providerId="LiveId" clId="{A208B48F-797A-4A31-8ED4-0AC82FAB186D}" dt="2020-10-29T00:35:54.494" v="212" actId="313"/>
          <ac:spMkLst>
            <pc:docMk/>
            <pc:sldMk cId="826718070" sldId="1642"/>
            <ac:spMk id="72707" creationId="{ECE7E338-92D9-46A6-A9E9-9D7B0AEE0986}"/>
          </ac:spMkLst>
        </pc:spChg>
      </pc:sldChg>
      <pc:sldChg chg="del">
        <pc:chgData name="Ricardo Luiz Freitas" userId="122532effb8c3c75" providerId="LiveId" clId="{A208B48F-797A-4A31-8ED4-0AC82FAB186D}" dt="2020-10-28T23:29:17.051" v="109" actId="47"/>
        <pc:sldMkLst>
          <pc:docMk/>
          <pc:sldMk cId="108833202" sldId="1643"/>
        </pc:sldMkLst>
      </pc:sldChg>
      <pc:sldChg chg="del">
        <pc:chgData name="Ricardo Luiz Freitas" userId="122532effb8c3c75" providerId="LiveId" clId="{A208B48F-797A-4A31-8ED4-0AC82FAB186D}" dt="2020-10-28T23:29:08.260" v="105" actId="47"/>
        <pc:sldMkLst>
          <pc:docMk/>
          <pc:sldMk cId="1719353345" sldId="1644"/>
        </pc:sldMkLst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146068585" sldId="1682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146068585" sldId="1682"/>
            <ac:spMk id="16387" creationId="{8B510C97-3677-42C7-8B4E-1AC8978A4134}"/>
          </ac:spMkLst>
        </pc:spChg>
      </pc:sldChg>
      <pc:sldChg chg="del">
        <pc:chgData name="Ricardo Luiz Freitas" userId="122532effb8c3c75" providerId="LiveId" clId="{A208B48F-797A-4A31-8ED4-0AC82FAB186D}" dt="2020-10-28T23:21:52.001" v="27" actId="47"/>
        <pc:sldMkLst>
          <pc:docMk/>
          <pc:sldMk cId="2557480524" sldId="1683"/>
        </pc:sldMkLst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432777737" sldId="168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432777737" sldId="1684"/>
            <ac:spMk id="18435" creationId="{314DCCFB-E467-434B-91C5-4AA73561D26D}"/>
          </ac:spMkLst>
        </pc:spChg>
      </pc:sldChg>
      <pc:sldChg chg="modSp mod">
        <pc:chgData name="Ricardo Luiz Freitas" userId="122532effb8c3c75" providerId="LiveId" clId="{A208B48F-797A-4A31-8ED4-0AC82FAB186D}" dt="2020-10-29T00:35:36.583" v="198" actId="313"/>
        <pc:sldMkLst>
          <pc:docMk/>
          <pc:sldMk cId="216735793" sldId="168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16735793" sldId="1685"/>
            <ac:spMk id="17411" creationId="{FA8CBFEB-E4E9-416E-8CC9-8397BB0F2638}"/>
          </ac:spMkLst>
        </pc:spChg>
        <pc:spChg chg="mod">
          <ac:chgData name="Ricardo Luiz Freitas" userId="122532effb8c3c75" providerId="LiveId" clId="{A208B48F-797A-4A31-8ED4-0AC82FAB186D}" dt="2020-10-29T00:35:36.583" v="198" actId="313"/>
          <ac:spMkLst>
            <pc:docMk/>
            <pc:sldMk cId="216735793" sldId="1685"/>
            <ac:spMk id="17412" creationId="{FF34055A-7D7E-4BAC-9CE0-BE5076BC0220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737281702" sldId="1686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737281702" sldId="1686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164466191" sldId="1687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164466191" sldId="1687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77950578" sldId="1689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77950578" sldId="1689"/>
            <ac:spMk id="16387" creationId="{8B510C97-3677-42C7-8B4E-1AC8978A413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320410934" sldId="1690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320410934" sldId="1690"/>
            <ac:spMk id="16387" creationId="{8B510C97-3677-42C7-8B4E-1AC8978A4134}"/>
          </ac:spMkLst>
        </pc:spChg>
      </pc:sldChg>
      <pc:sldChg chg="modSp mod">
        <pc:chgData name="Ricardo Luiz Freitas" userId="122532effb8c3c75" providerId="LiveId" clId="{A208B48F-797A-4A31-8ED4-0AC82FAB186D}" dt="2020-10-29T00:35:37.951" v="199" actId="313"/>
        <pc:sldMkLst>
          <pc:docMk/>
          <pc:sldMk cId="339510416" sldId="1691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39510416" sldId="1691"/>
            <ac:spMk id="17411" creationId="{FA8CBFEB-E4E9-416E-8CC9-8397BB0F2638}"/>
          </ac:spMkLst>
        </pc:spChg>
        <pc:spChg chg="mod">
          <ac:chgData name="Ricardo Luiz Freitas" userId="122532effb8c3c75" providerId="LiveId" clId="{A208B48F-797A-4A31-8ED4-0AC82FAB186D}" dt="2020-10-29T00:35:37.951" v="199" actId="313"/>
          <ac:spMkLst>
            <pc:docMk/>
            <pc:sldMk cId="339510416" sldId="1691"/>
            <ac:spMk id="17412" creationId="{FF34055A-7D7E-4BAC-9CE0-BE5076BC0220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662304097" sldId="1692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662304097" sldId="1692"/>
            <ac:spMk id="16387" creationId="{8B510C97-3677-42C7-8B4E-1AC8978A413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293394067" sldId="169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293394067" sldId="1693"/>
            <ac:spMk id="16387" creationId="{8B510C97-3677-42C7-8B4E-1AC8978A413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317094954" sldId="169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317094954" sldId="1694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826343415" sldId="169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826343415" sldId="1695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752901177" sldId="1822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752901177" sldId="1822"/>
            <ac:spMk id="15363" creationId="{14911EB5-62DE-4569-8E4E-4F51C49184A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23771718" sldId="182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23771718" sldId="1823"/>
            <ac:spMk id="15363" creationId="{14911EB5-62DE-4569-8E4E-4F51C49184A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022008900" sldId="182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022008900" sldId="1824"/>
            <ac:spMk id="20483" creationId="{4AA4BF70-CC4E-4E63-A71F-AEEDFE54A15C}"/>
          </ac:spMkLst>
        </pc:spChg>
      </pc:sldChg>
      <pc:sldChg chg="modSp mod">
        <pc:chgData name="Ricardo Luiz Freitas" userId="122532effb8c3c75" providerId="LiveId" clId="{A208B48F-797A-4A31-8ED4-0AC82FAB186D}" dt="2020-10-29T00:37:16.835" v="243" actId="14100"/>
        <pc:sldMkLst>
          <pc:docMk/>
          <pc:sldMk cId="1926047483" sldId="182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926047483" sldId="1825"/>
            <ac:spMk id="20483" creationId="{4AA4BF70-CC4E-4E63-A71F-AEEDFE54A15C}"/>
          </ac:spMkLst>
        </pc:spChg>
        <pc:spChg chg="mod">
          <ac:chgData name="Ricardo Luiz Freitas" userId="122532effb8c3c75" providerId="LiveId" clId="{A208B48F-797A-4A31-8ED4-0AC82FAB186D}" dt="2020-10-29T00:37:16.835" v="243" actId="14100"/>
          <ac:spMkLst>
            <pc:docMk/>
            <pc:sldMk cId="1926047483" sldId="1825"/>
            <ac:spMk id="20484" creationId="{39E4327A-8723-421D-B394-143047F1E9D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357527509" sldId="1826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357527509" sldId="1826"/>
            <ac:spMk id="24579" creationId="{E9A60394-D544-41A6-94C2-055355C01F26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55109581" sldId="1827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55109581" sldId="1827"/>
            <ac:spMk id="24579" creationId="{E9A60394-D544-41A6-94C2-055355C01F26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565135494" sldId="1828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565135494" sldId="1828"/>
            <ac:spMk id="31747" creationId="{2D9C9B50-FAB0-47F3-827B-A74AC1040EA1}"/>
          </ac:spMkLst>
        </pc:spChg>
      </pc:sldChg>
      <pc:sldChg chg="modSp mod">
        <pc:chgData name="Ricardo Luiz Freitas" userId="122532effb8c3c75" providerId="LiveId" clId="{A208B48F-797A-4A31-8ED4-0AC82FAB186D}" dt="2020-10-28T23:25:14.628" v="69" actId="14100"/>
        <pc:sldMkLst>
          <pc:docMk/>
          <pc:sldMk cId="3121027782" sldId="1829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121027782" sldId="1829"/>
            <ac:spMk id="34819" creationId="{E92D5B98-D870-461C-BE1C-6869F026EF42}"/>
          </ac:spMkLst>
        </pc:spChg>
        <pc:spChg chg="mod">
          <ac:chgData name="Ricardo Luiz Freitas" userId="122532effb8c3c75" providerId="LiveId" clId="{A208B48F-797A-4A31-8ED4-0AC82FAB186D}" dt="2020-10-28T23:25:14.628" v="69" actId="14100"/>
          <ac:spMkLst>
            <pc:docMk/>
            <pc:sldMk cId="3121027782" sldId="1829"/>
            <ac:spMk id="1175557" creationId="{39047079-98C0-449B-BF83-871BE9FFF1F2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656024700" sldId="1830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656024700" sldId="1830"/>
            <ac:spMk id="34819" creationId="{E92D5B98-D870-461C-BE1C-6869F026EF42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570515898" sldId="1831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570515898" sldId="1831"/>
            <ac:spMk id="49155" creationId="{9CCFCA57-116E-4315-B2A5-0205D4B78181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815830884" sldId="1832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815830884" sldId="1832"/>
            <ac:spMk id="58371" creationId="{6A40587B-076C-4806-B235-1586A43413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133833400" sldId="183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133833400" sldId="1833"/>
            <ac:spMk id="106500" creationId="{AC6107E3-218E-496A-9EC4-12657768419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178519156" sldId="183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178519156" sldId="1834"/>
            <ac:spMk id="106500" creationId="{AC6107E3-218E-496A-9EC4-12657768419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52089914" sldId="183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52089914" sldId="1835"/>
            <ac:spMk id="107523" creationId="{DF3CFA01-E124-4F25-A068-8BAA5C531AF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705835308" sldId="1870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705835308" sldId="1870"/>
            <ac:spMk id="2" creationId="{8E1DCEB0-5684-4BCB-9BAD-FBB767D514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50678662" sldId="1882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50678662" sldId="1882"/>
            <ac:spMk id="20483" creationId="{4AA4BF70-CC4E-4E63-A71F-AEEDFE54A15C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273467542" sldId="188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273467542" sldId="1883"/>
            <ac:spMk id="20483" creationId="{4AA4BF70-CC4E-4E63-A71F-AEEDFE54A15C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315202597" sldId="188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315202597" sldId="1884"/>
            <ac:spMk id="20483" creationId="{4AA4BF70-CC4E-4E63-A71F-AEEDFE54A15C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241389156" sldId="188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241389156" sldId="1885"/>
            <ac:spMk id="24579" creationId="{E9A60394-D544-41A6-94C2-055355C01F26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70850049" sldId="1886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70850049" sldId="1886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25853612" sldId="1887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25853612" sldId="1887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579647779" sldId="1888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579647779" sldId="1888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195010901" sldId="1889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195010901" sldId="1889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839821346" sldId="1890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839821346" sldId="1890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219528465" sldId="1891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219528465" sldId="1891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401395016" sldId="1892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401395016" sldId="1892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83055653" sldId="189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83055653" sldId="1893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622606062" sldId="189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622606062" sldId="1894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16332718" sldId="189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16332718" sldId="1895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829065249" sldId="1896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829065249" sldId="1896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936511829" sldId="1897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936511829" sldId="1897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109541315" sldId="1898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109541315" sldId="1898"/>
            <ac:spMk id="34819" creationId="{E92D5B98-D870-461C-BE1C-6869F026EF42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906396209" sldId="1899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906396209" sldId="1899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082416095" sldId="1900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082416095" sldId="1900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179719170" sldId="1901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179719170" sldId="1901"/>
            <ac:spMk id="25603" creationId="{66CC6A9D-5F18-4823-934A-F4E103DD59DD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728528326" sldId="1902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728528326" sldId="1902"/>
            <ac:spMk id="58371" creationId="{6A40587B-076C-4806-B235-1586A43413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294540547" sldId="190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294540547" sldId="1903"/>
            <ac:spMk id="58371" creationId="{6A40587B-076C-4806-B235-1586A43413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4175931561" sldId="190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4175931561" sldId="1904"/>
            <ac:spMk id="58371" creationId="{6A40587B-076C-4806-B235-1586A43413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40908661" sldId="190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40908661" sldId="1905"/>
            <ac:spMk id="2" creationId="{8E1DCEB0-5684-4BCB-9BAD-FBB767D514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252301219" sldId="192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252301219" sldId="1923"/>
            <ac:spMk id="15363" creationId="{14911EB5-62DE-4569-8E4E-4F51C49184A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412042146" sldId="192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412042146" sldId="1924"/>
            <ac:spMk id="15363" creationId="{14911EB5-62DE-4569-8E4E-4F51C49184A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060129650" sldId="192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060129650" sldId="1925"/>
            <ac:spMk id="15363" creationId="{14911EB5-62DE-4569-8E4E-4F51C49184A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725753531" sldId="1926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725753531" sldId="1926"/>
            <ac:spMk id="24579" creationId="{E9A60394-D544-41A6-94C2-055355C01F26}"/>
          </ac:spMkLst>
        </pc:spChg>
      </pc:sldChg>
      <pc:sldChg chg="addSp modSp mod modAnim">
        <pc:chgData name="Ricardo Luiz Freitas" userId="122532effb8c3c75" providerId="LiveId" clId="{A208B48F-797A-4A31-8ED4-0AC82FAB186D}" dt="2020-10-29T00:24:38.672" v="170" actId="6549"/>
        <pc:sldMkLst>
          <pc:docMk/>
          <pc:sldMk cId="3172443929" sldId="1927"/>
        </pc:sldMkLst>
        <pc:spChg chg="add mod">
          <ac:chgData name="Ricardo Luiz Freitas" userId="122532effb8c3c75" providerId="LiveId" clId="{A208B48F-797A-4A31-8ED4-0AC82FAB186D}" dt="2020-10-29T00:23:27.749" v="155" actId="1036"/>
          <ac:spMkLst>
            <pc:docMk/>
            <pc:sldMk cId="3172443929" sldId="1927"/>
            <ac:spMk id="2" creationId="{19A6FFF4-711B-479D-9883-A9B5E50E5CB9}"/>
          </ac:spMkLst>
        </pc:spChg>
        <pc:spChg chg="mod">
          <ac:chgData name="Ricardo Luiz Freitas" userId="122532effb8c3c75" providerId="LiveId" clId="{A208B48F-797A-4A31-8ED4-0AC82FAB186D}" dt="2020-10-29T00:24:38.672" v="170" actId="6549"/>
          <ac:spMkLst>
            <pc:docMk/>
            <pc:sldMk cId="3172443929" sldId="1927"/>
            <ac:spMk id="107523" creationId="{DF3CFA01-E124-4F25-A068-8BAA5C531AF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392599855" sldId="1928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392599855" sldId="1928"/>
            <ac:spMk id="106500" creationId="{AC6107E3-218E-496A-9EC4-12657768419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792163423" sldId="1929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792163423" sldId="1929"/>
            <ac:spMk id="107523" creationId="{DF3CFA01-E124-4F25-A068-8BAA5C531AF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681724297" sldId="1930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681724297" sldId="1930"/>
            <ac:spMk id="107523" creationId="{DF3CFA01-E124-4F25-A068-8BAA5C531AF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373887469" sldId="1931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373887469" sldId="1931"/>
            <ac:spMk id="106500" creationId="{AC6107E3-218E-496A-9EC4-12657768419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996373708" sldId="193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996373708" sldId="1934"/>
            <ac:spMk id="15363" creationId="{14911EB5-62DE-4569-8E4E-4F51C49184A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683153715" sldId="1935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683153715" sldId="1935"/>
            <ac:spMk id="51202" creationId="{763EAC3D-63C8-4251-9255-7167F713F3CC}"/>
          </ac:spMkLst>
        </pc:spChg>
      </pc:sldChg>
      <pc:sldChg chg="del">
        <pc:chgData name="Ricardo Luiz Freitas" userId="122532effb8c3c75" providerId="LiveId" clId="{A208B48F-797A-4A31-8ED4-0AC82FAB186D}" dt="2020-10-28T23:27:08.807" v="83" actId="47"/>
        <pc:sldMkLst>
          <pc:docMk/>
          <pc:sldMk cId="3504572444" sldId="1936"/>
        </pc:sldMkLst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278050003" sldId="1937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278050003" sldId="1937"/>
            <ac:spMk id="34819" creationId="{E92D5B98-D870-461C-BE1C-6869F026EF42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883853606" sldId="1938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883853606" sldId="1938"/>
            <ac:spMk id="58371" creationId="{6A40587B-076C-4806-B235-1586A43413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650932336" sldId="1939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650932336" sldId="1939"/>
            <ac:spMk id="58371" creationId="{6A40587B-076C-4806-B235-1586A43413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3853395700" sldId="1940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3853395700" sldId="1940"/>
            <ac:spMk id="58371" creationId="{6A40587B-076C-4806-B235-1586A43413E4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135267156" sldId="1941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135267156" sldId="1941"/>
            <ac:spMk id="2" creationId="{8E1DCEB0-5684-4BCB-9BAD-FBB767D514E4}"/>
          </ac:spMkLst>
        </pc:spChg>
      </pc:sldChg>
      <pc:sldChg chg="del">
        <pc:chgData name="Ricardo Luiz Freitas" userId="122532effb8c3c75" providerId="LiveId" clId="{A208B48F-797A-4A31-8ED4-0AC82FAB186D}" dt="2020-10-29T00:21:07.129" v="119" actId="47"/>
        <pc:sldMkLst>
          <pc:docMk/>
          <pc:sldMk cId="2739217794" sldId="1942"/>
        </pc:sldMkLst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89234158" sldId="1943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89234158" sldId="1943"/>
            <ac:spMk id="106500" creationId="{AC6107E3-218E-496A-9EC4-126577684193}"/>
          </ac:spMkLst>
        </pc:spChg>
      </pc:sldChg>
      <pc:sldChg chg="modSp">
        <pc:chgData name="Ricardo Luiz Freitas" userId="122532effb8c3c75" providerId="LiveId" clId="{A208B48F-797A-4A31-8ED4-0AC82FAB186D}" dt="2020-10-28T23:23:35.749" v="36"/>
        <pc:sldMkLst>
          <pc:docMk/>
          <pc:sldMk cId="5621535" sldId="1944"/>
        </pc:sldMkLst>
        <pc:spChg chg="mod">
          <ac:chgData name="Ricardo Luiz Freitas" userId="122532effb8c3c75" providerId="LiveId" clId="{A208B48F-797A-4A31-8ED4-0AC82FAB186D}" dt="2020-10-28T23:23:35.749" v="36"/>
          <ac:spMkLst>
            <pc:docMk/>
            <pc:sldMk cId="5621535" sldId="1944"/>
            <ac:spMk id="32" creationId="{E7CBBF37-DC28-491D-8A04-554478B1AF13}"/>
          </ac:spMkLst>
        </pc:spChg>
      </pc:sldChg>
      <pc:sldChg chg="del">
        <pc:chgData name="Ricardo Luiz Freitas" userId="122532effb8c3c75" providerId="LiveId" clId="{A208B48F-797A-4A31-8ED4-0AC82FAB186D}" dt="2020-10-29T00:21:07.129" v="119" actId="47"/>
        <pc:sldMkLst>
          <pc:docMk/>
          <pc:sldMk cId="48607876" sldId="1945"/>
        </pc:sldMkLst>
      </pc:sldChg>
    </pc:docChg>
  </pc:docChgLst>
  <pc:docChgLst>
    <pc:chgData name="Ricardo Luiz Freitas" userId="122532effb8c3c75" providerId="LiveId" clId="{35BEC88C-717F-49E2-BCB8-F03109C43961}"/>
    <pc:docChg chg="undo custSel modSld">
      <pc:chgData name="Ricardo Luiz Freitas" userId="122532effb8c3c75" providerId="LiveId" clId="{35BEC88C-717F-49E2-BCB8-F03109C43961}" dt="2020-07-10T15:53:21.903" v="479" actId="6549"/>
      <pc:docMkLst>
        <pc:docMk/>
      </pc:docMkLst>
      <pc:sldChg chg="modSp mod">
        <pc:chgData name="Ricardo Luiz Freitas" userId="122532effb8c3c75" providerId="LiveId" clId="{35BEC88C-717F-49E2-BCB8-F03109C43961}" dt="2020-06-15T16:46:26.619" v="7" actId="115"/>
        <pc:sldMkLst>
          <pc:docMk/>
          <pc:sldMk cId="1025224842" sldId="1707"/>
        </pc:sldMkLst>
        <pc:spChg chg="mod">
          <ac:chgData name="Ricardo Luiz Freitas" userId="122532effb8c3c75" providerId="LiveId" clId="{35BEC88C-717F-49E2-BCB8-F03109C43961}" dt="2020-06-15T16:46:26.619" v="7" actId="115"/>
          <ac:spMkLst>
            <pc:docMk/>
            <pc:sldMk cId="1025224842" sldId="1707"/>
            <ac:spMk id="3" creationId="{DFCA82FD-27D9-48CB-B98B-C4148B73775F}"/>
          </ac:spMkLst>
        </pc:spChg>
      </pc:sldChg>
      <pc:sldChg chg="modSp mod">
        <pc:chgData name="Ricardo Luiz Freitas" userId="122532effb8c3c75" providerId="LiveId" clId="{35BEC88C-717F-49E2-BCB8-F03109C43961}" dt="2020-07-01T22:16:36.835" v="475" actId="20577"/>
        <pc:sldMkLst>
          <pc:docMk/>
          <pc:sldMk cId="389461419" sldId="1709"/>
        </pc:sldMkLst>
        <pc:graphicFrameChg chg="mod modGraphic">
          <ac:chgData name="Ricardo Luiz Freitas" userId="122532effb8c3c75" providerId="LiveId" clId="{35BEC88C-717F-49E2-BCB8-F03109C43961}" dt="2020-07-01T22:16:36.835" v="475" actId="20577"/>
          <ac:graphicFrameMkLst>
            <pc:docMk/>
            <pc:sldMk cId="389461419" sldId="1709"/>
            <ac:graphicFrameMk id="3" creationId="{00000000-0000-0000-0000-000000000000}"/>
          </ac:graphicFrameMkLst>
        </pc:graphicFrameChg>
      </pc:sldChg>
      <pc:sldChg chg="modSp mod">
        <pc:chgData name="Ricardo Luiz Freitas" userId="122532effb8c3c75" providerId="LiveId" clId="{35BEC88C-717F-49E2-BCB8-F03109C43961}" dt="2020-07-10T15:53:21.903" v="479" actId="6549"/>
        <pc:sldMkLst>
          <pc:docMk/>
          <pc:sldMk cId="919526185" sldId="1717"/>
        </pc:sldMkLst>
        <pc:spChg chg="mod">
          <ac:chgData name="Ricardo Luiz Freitas" userId="122532effb8c3c75" providerId="LiveId" clId="{35BEC88C-717F-49E2-BCB8-F03109C43961}" dt="2020-07-10T15:53:21.903" v="479" actId="6549"/>
          <ac:spMkLst>
            <pc:docMk/>
            <pc:sldMk cId="919526185" sldId="1717"/>
            <ac:spMk id="3" creationId="{D07DC049-0F5A-4CE4-A47E-1EDA2C02F3A5}"/>
          </ac:spMkLst>
        </pc:spChg>
      </pc:sldChg>
      <pc:sldChg chg="modSp mod">
        <pc:chgData name="Ricardo Luiz Freitas" userId="122532effb8c3c75" providerId="LiveId" clId="{35BEC88C-717F-49E2-BCB8-F03109C43961}" dt="2020-07-06T17:02:00.540" v="478" actId="20577"/>
        <pc:sldMkLst>
          <pc:docMk/>
          <pc:sldMk cId="2725295691" sldId="1812"/>
        </pc:sldMkLst>
        <pc:spChg chg="mod">
          <ac:chgData name="Ricardo Luiz Freitas" userId="122532effb8c3c75" providerId="LiveId" clId="{35BEC88C-717F-49E2-BCB8-F03109C43961}" dt="2020-07-06T17:02:00.540" v="478" actId="20577"/>
          <ac:spMkLst>
            <pc:docMk/>
            <pc:sldMk cId="2725295691" sldId="1812"/>
            <ac:spMk id="3" creationId="{7DABCB7E-6A65-4F3F-AC4B-E4D2944598D9}"/>
          </ac:spMkLst>
        </pc:spChg>
      </pc:sldChg>
    </pc:docChg>
  </pc:docChgLst>
  <pc:docChgLst>
    <pc:chgData name="Ricardo Luiz Freitas" userId="122532effb8c3c75" providerId="LiveId" clId="{B0169039-4266-4ADC-83B3-3324A764A29C}"/>
    <pc:docChg chg="delSld modSld">
      <pc:chgData name="Ricardo Luiz Freitas" userId="122532effb8c3c75" providerId="LiveId" clId="{B0169039-4266-4ADC-83B3-3324A764A29C}" dt="2020-08-07T12:26:30.293" v="3" actId="20577"/>
      <pc:docMkLst>
        <pc:docMk/>
      </pc:docMkLst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5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6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8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8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9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2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0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2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3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3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3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3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4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3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38706655" sldId="46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4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2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3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03431065" sldId="54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5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7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7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7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7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7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0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96616834" sldId="8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69442319" sldId="8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3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3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3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3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5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63053418" sldId="8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8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2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3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8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9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2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3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6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0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09"/>
        </pc:sldMkLst>
      </pc:sldChg>
      <pc:sldChg chg="del">
        <pc:chgData name="Ricardo Luiz Freitas" userId="122532effb8c3c75" providerId="LiveId" clId="{B0169039-4266-4ADC-83B3-3324A764A29C}" dt="2020-08-06T22:26:43.902" v="1" actId="47"/>
        <pc:sldMkLst>
          <pc:docMk/>
          <pc:sldMk cId="0" sldId="11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3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3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4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4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5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5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82365320" sldId="11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865100889" sldId="11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1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03834841" sldId="12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8387961" sldId="12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5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8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9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2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48375488" sldId="12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36527470" sldId="130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19030321" sldId="13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2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3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35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65634156" sldId="135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50337696" sldId="13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248887822" sldId="13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486503810" sldId="13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0005304" sldId="13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22175041" sldId="13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219103062" sldId="13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78370400" sldId="13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55949030" sldId="13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99509195" sldId="13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7970902" sldId="136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32430041" sldId="13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893534879" sldId="13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94428915" sldId="13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03151811" sldId="13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68289545" sldId="13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6713223" sldId="13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375340073" sldId="13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048464638" sldId="13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52303356" sldId="13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71154232" sldId="13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79196309" sldId="13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497757997" sldId="13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15233763" sldId="13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09296604" sldId="13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89680106" sldId="13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52938647" sldId="13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74215308" sldId="13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11967160" sldId="138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45026359" sldId="138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1414284" sldId="13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55671512" sldId="13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89393870" sldId="139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6319321" sldId="13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05295119" sldId="13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30627090" sldId="13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16753314" sldId="13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52801886" sldId="13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381035728" sldId="13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77795410" sldId="13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62861344" sldId="13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725330430" sldId="14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74724310" sldId="14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06160728" sldId="140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785414553" sldId="14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29084667" sldId="14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65532163" sldId="14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08702598" sldId="14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5480536" sldId="14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62885381" sldId="14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28089012" sldId="14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55771017" sldId="14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61207006" sldId="14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69658726" sldId="14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38909182" sldId="14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36285822" sldId="14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818527669" sldId="14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30411696" sldId="14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46859971" sldId="14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12192567" sldId="142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58822360" sldId="142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01486403" sldId="142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48642629" sldId="142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17489061" sldId="14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27700888" sldId="142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54151686" sldId="143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4045433" sldId="143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43715458" sldId="143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01103723" sldId="14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07181077" sldId="143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00934019" sldId="14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46496250" sldId="143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69919426" sldId="143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33598919" sldId="14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38759942" sldId="14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74020966" sldId="144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86706539" sldId="14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281038257" sldId="14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63526994" sldId="14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80656068" sldId="14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97533968" sldId="14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76728537" sldId="145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8093397" sldId="145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44141418" sldId="14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742182720" sldId="14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165024" sldId="14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7246820" sldId="14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51591287" sldId="145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90071221" sldId="14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8262751" sldId="14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55569296" sldId="14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29484379" sldId="14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84459392" sldId="14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02493952" sldId="14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17728564" sldId="15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14836436" sldId="15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76585728" sldId="155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204373204" sldId="155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75542347" sldId="15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471713630" sldId="15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16498545" sldId="15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18458010" sldId="15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42531850" sldId="15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05054164" sldId="15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47681739" sldId="15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32595136" sldId="15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96350070" sldId="15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420530052" sldId="15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61657142" sldId="15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70967803" sldId="156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92366559" sldId="156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39996299" sldId="15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55790630" sldId="15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487979847" sldId="15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438431268" sldId="15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87002359" sldId="15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57420607" sldId="15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3426291" sldId="15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20767863" sldId="15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62984139" sldId="15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19053193" sldId="15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51763736" sldId="15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52339392" sldId="15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19795741" sldId="15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64040694" sldId="15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42054510" sldId="15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01647078" sldId="158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454360160" sldId="158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21167171" sldId="158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97023506" sldId="15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47482044" sldId="15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541253302" sldId="159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60958477" sldId="15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017260488" sldId="15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58799242" sldId="15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97871909" sldId="15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10019115" sldId="15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66440328" sldId="15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30844256" sldId="15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53439477" sldId="16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749783076" sldId="16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39360861" sldId="16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12406313" sldId="16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45678035" sldId="16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88915893" sldId="16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3812806" sldId="16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07316825" sldId="16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10622528" sldId="16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43868465" sldId="16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599136303" sldId="16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19452087" sldId="16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62167961" sldId="16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119222837" sldId="16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29818375" sldId="16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65371619" sldId="16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48938174" sldId="16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068859857" sldId="16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395115776" sldId="162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06704995" sldId="162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8455079" sldId="162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822971046" sldId="162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55121288" sldId="16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72195286" sldId="162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776964799" sldId="162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94846035" sldId="163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67316698" sldId="163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108614280" sldId="163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58624952" sldId="16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25015059" sldId="164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73933946" sldId="16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354761852" sldId="16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08693354" sldId="16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51717353" sldId="16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894431596" sldId="16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23701200" sldId="16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39072369" sldId="16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7769034" sldId="16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62689868" sldId="16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46687045" sldId="16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34564706" sldId="165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26874591" sldId="16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84422121" sldId="16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65282283" sldId="16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6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6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6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0" sldId="16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46810408" sldId="166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35277941" sldId="166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7301743" sldId="16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91253146" sldId="16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40998516" sldId="16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37638553" sldId="16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68127633" sldId="16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73102397" sldId="16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572115217" sldId="16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91953886" sldId="16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27203193" sldId="16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14991612" sldId="16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764348788" sldId="16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89180650" sldId="16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83263742" sldId="16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42921796" sldId="16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03790668" sldId="16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6606087" sldId="16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95335937" sldId="16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46768117" sldId="17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85198525" sldId="17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02874427" sldId="17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782161251" sldId="170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80020142" sldId="170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81530356" sldId="170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81269861" sldId="17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025224842" sldId="17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52718323" sldId="17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89461419" sldId="17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3366090" sldId="17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39314566" sldId="17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55341374" sldId="17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018770855" sldId="17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80953302" sldId="17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75032972" sldId="17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93889618" sldId="17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19526185" sldId="17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39809007" sldId="17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2497490" sldId="17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56229351" sldId="17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52972076" sldId="17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21608176" sldId="17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0687447" sldId="172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92990299" sldId="172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61224921" sldId="172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51271175" sldId="172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01057907" sldId="172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00364555" sldId="172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80591501" sldId="172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058695784" sldId="173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93530703" sldId="173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33548290" sldId="173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35699629" sldId="173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48410323" sldId="173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428335001" sldId="173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07758714" sldId="173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07506866" sldId="173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51377522" sldId="173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821538578" sldId="173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78130586" sldId="174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543659785" sldId="17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4249466" sldId="17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52069322" sldId="174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14411390" sldId="174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48058454" sldId="174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98123409" sldId="17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08535472" sldId="17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8045325" sldId="17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69239178" sldId="17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3269002" sldId="175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162295488" sldId="17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794046054" sldId="17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52185762" sldId="17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98769647" sldId="17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54826887" sldId="175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5555640" sldId="17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31068719" sldId="176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61892892" sldId="17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60397328" sldId="17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42119347" sldId="17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47087994" sldId="17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86421103" sldId="176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97206230" sldId="176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7376082" sldId="176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05349746" sldId="17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71072392" sldId="17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23329935" sldId="177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39864007" sldId="17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647932066" sldId="17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87778" sldId="17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77926960" sldId="17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08206232" sldId="17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42512384" sldId="17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264530639" sldId="17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847521310" sldId="17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356437649" sldId="17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21638513" sldId="17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38610254" sldId="178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7151875" sldId="178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00082739" sldId="178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96025482" sldId="178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46153322" sldId="178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77578025" sldId="178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64165949" sldId="178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156799556" sldId="178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799441353" sldId="178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2915305" sldId="179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09289180" sldId="179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12550139" sldId="179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487529219" sldId="179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83259299" sldId="179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799410180" sldId="179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434738671" sldId="179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37620081" sldId="179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09911328" sldId="179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19283339" sldId="179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15341054" sldId="180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157940260" sldId="180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23473245" sldId="180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93395494" sldId="180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50622298" sldId="180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947145064" sldId="180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76370282" sldId="18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563604264" sldId="18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86525662" sldId="18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58815485" sldId="18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70976904" sldId="18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25295691" sldId="18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18296467" sldId="18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00311951" sldId="18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890355215" sldId="18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756910646" sldId="18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404852553" sldId="18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34085418" sldId="18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15334892" sldId="18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60416715" sldId="18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147274424" sldId="18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78788906" sldId="183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7308070" sldId="183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06191848" sldId="183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96965350" sldId="184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3952964" sldId="184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18682850" sldId="184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54505210" sldId="184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334738681" sldId="184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31586625" sldId="184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05603389" sldId="184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817989757" sldId="184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78458559" sldId="184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06150142" sldId="184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752071754" sldId="185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144286304" sldId="185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96308843" sldId="185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540468685" sldId="185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653905926" sldId="185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36825717" sldId="185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84486671" sldId="185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13072171" sldId="185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29191329" sldId="185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548076055" sldId="185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98754079" sldId="186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004669728" sldId="186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562645244" sldId="186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60016561" sldId="186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52836845" sldId="186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27559910" sldId="186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209225650" sldId="187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424628685" sldId="187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48667019" sldId="187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4023424157" sldId="187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21613200" sldId="187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58593360" sldId="187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201858571" sldId="187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809726039" sldId="187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49434503" sldId="187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15069735" sldId="188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37208968" sldId="1881"/>
        </pc:sldMkLst>
      </pc:sldChg>
      <pc:sldChg chg="modSp mod">
        <pc:chgData name="Ricardo Luiz Freitas" userId="122532effb8c3c75" providerId="LiveId" clId="{B0169039-4266-4ADC-83B3-3324A764A29C}" dt="2020-08-07T12:26:27.139" v="2" actId="20577"/>
        <pc:sldMkLst>
          <pc:docMk/>
          <pc:sldMk cId="3109541315" sldId="1898"/>
        </pc:sldMkLst>
        <pc:spChg chg="mod">
          <ac:chgData name="Ricardo Luiz Freitas" userId="122532effb8c3c75" providerId="LiveId" clId="{B0169039-4266-4ADC-83B3-3324A764A29C}" dt="2020-08-07T12:26:27.139" v="2" actId="20577"/>
          <ac:spMkLst>
            <pc:docMk/>
            <pc:sldMk cId="3109541315" sldId="1898"/>
            <ac:spMk id="34819" creationId="{E92D5B98-D870-461C-BE1C-6869F026EF42}"/>
          </ac:spMkLst>
        </pc:spChg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893151745" sldId="190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788546707" sldId="190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89856160" sldId="190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727064275" sldId="190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479674529" sldId="191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988697699" sldId="191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519974234" sldId="191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646726429" sldId="1913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40405915" sldId="1914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512933825" sldId="1915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078688024" sldId="1916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986602338" sldId="1917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23208565" sldId="1918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2415739407" sldId="1919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892750629" sldId="1920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65725228" sldId="1921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3854406120" sldId="192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32190603" sldId="1932"/>
        </pc:sldMkLst>
      </pc:sldChg>
      <pc:sldChg chg="del">
        <pc:chgData name="Ricardo Luiz Freitas" userId="122532effb8c3c75" providerId="LiveId" clId="{B0169039-4266-4ADC-83B3-3324A764A29C}" dt="2020-08-06T22:26:36.796" v="0" actId="47"/>
        <pc:sldMkLst>
          <pc:docMk/>
          <pc:sldMk cId="1950674729" sldId="1933"/>
        </pc:sldMkLst>
      </pc:sldChg>
      <pc:sldChg chg="modSp mod">
        <pc:chgData name="Ricardo Luiz Freitas" userId="122532effb8c3c75" providerId="LiveId" clId="{B0169039-4266-4ADC-83B3-3324A764A29C}" dt="2020-08-07T12:26:30.293" v="3" actId="20577"/>
        <pc:sldMkLst>
          <pc:docMk/>
          <pc:sldMk cId="3278050003" sldId="1937"/>
        </pc:sldMkLst>
        <pc:spChg chg="mod">
          <ac:chgData name="Ricardo Luiz Freitas" userId="122532effb8c3c75" providerId="LiveId" clId="{B0169039-4266-4ADC-83B3-3324A764A29C}" dt="2020-08-07T12:26:30.293" v="3" actId="20577"/>
          <ac:spMkLst>
            <pc:docMk/>
            <pc:sldMk cId="3278050003" sldId="1937"/>
            <ac:spMk id="34819" creationId="{E92D5B98-D870-461C-BE1C-6869F026EF4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>
            <a:extLst>
              <a:ext uri="{FF2B5EF4-FFF2-40B4-BE49-F238E27FC236}">
                <a16:creationId xmlns:a16="http://schemas.microsoft.com/office/drawing/2014/main" id="{20C587C9-6532-4DEA-81D9-48C1F9784F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841F3DF7-232B-4FD5-999E-2D89F5EF71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>
            <a:extLst>
              <a:ext uri="{FF2B5EF4-FFF2-40B4-BE49-F238E27FC236}">
                <a16:creationId xmlns:a16="http://schemas.microsoft.com/office/drawing/2014/main" id="{E348E0B1-6A38-4498-9927-1E9B368D50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>
            <a:extLst>
              <a:ext uri="{FF2B5EF4-FFF2-40B4-BE49-F238E27FC236}">
                <a16:creationId xmlns:a16="http://schemas.microsoft.com/office/drawing/2014/main" id="{0763E0EB-11FA-4DAA-809E-DBBB740706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3B03752-50BD-4653-82FD-AC4CCB3639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0BC9E3C-3E2D-42AB-BDB1-7CBAC12CD8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5752615-37CB-44B6-A011-EDD2923707A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AFBC07F-D908-469E-8062-9719050D98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6927B6E4-6EA8-4635-BBA6-90E58561910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C12ECE32-94B0-45CB-8837-BA97C7D396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E660293B-1FDD-471F-8030-2352F2CDD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6976A0B-C652-4E3E-B307-5CAEBBDEAF3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D340A43-E893-42CB-B551-19462B19E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FBC9D0-FA23-4E17-A196-7FFF4F922407}" type="slidenum">
              <a:rPr lang="pt-BR" altLang="pt-BR" sz="1200" smtClean="0"/>
              <a:pPr/>
              <a:t>1</a:t>
            </a:fld>
            <a:endParaRPr lang="pt-BR" altLang="pt-BR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4E63D61-1EE2-4DF3-99DB-FCB8310B4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8F19C59-E9AF-44CD-83BB-A513939CE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F55A36DD-C687-459B-8196-26DE7C77D1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60508A-5C2C-45E0-97A5-09C9AA1F8B0D}" type="slidenum">
              <a:rPr lang="pt-BR" altLang="pt-BR" sz="1300"/>
              <a:pPr eaLnBrk="1" hangingPunct="1"/>
              <a:t>2</a:t>
            </a:fld>
            <a:endParaRPr lang="pt-BR" altLang="pt-BR" sz="1300"/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EC0C83C0-CD42-4ED9-996F-C8BB63116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CAC25774-32D2-4E23-8B74-0DAF22102C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>
            <a:extLst>
              <a:ext uri="{FF2B5EF4-FFF2-40B4-BE49-F238E27FC236}">
                <a16:creationId xmlns:a16="http://schemas.microsoft.com/office/drawing/2014/main" id="{3BF3CD36-3B4D-414B-BC32-51CFE9F78B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D0A9EF-7470-48A6-AE41-FD24E64399D6}" type="slidenum">
              <a:rPr lang="pt-BR" altLang="pt-BR" sz="1300"/>
              <a:pPr eaLnBrk="1" hangingPunct="1"/>
              <a:t>4</a:t>
            </a:fld>
            <a:endParaRPr lang="pt-BR" altLang="pt-BR" sz="1300"/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D7CB5D44-D670-48A0-A366-6B04F427EA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599CAFEE-572C-4D32-B82F-08681168C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3CE6137D-9157-4854-9BB6-84C9881E1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E329D5-B2F3-4A17-932E-A027035F3EE5}" type="slidenum">
              <a:rPr lang="pt-BR" altLang="pt-BR" sz="1300"/>
              <a:pPr eaLnBrk="1" hangingPunct="1"/>
              <a:t>5</a:t>
            </a:fld>
            <a:endParaRPr lang="pt-BR" altLang="pt-BR" sz="13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3E3E1129-265B-4D52-922F-88F7CAAEA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2CF7C08B-85DE-4CDF-A686-EBD632C1C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958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3CE6137D-9157-4854-9BB6-84C9881E1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E329D5-B2F3-4A17-932E-A027035F3EE5}" type="slidenum">
              <a:rPr lang="pt-BR" altLang="pt-BR" sz="1300"/>
              <a:pPr eaLnBrk="1" hangingPunct="1"/>
              <a:t>6</a:t>
            </a:fld>
            <a:endParaRPr lang="pt-BR" altLang="pt-BR" sz="13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3E3E1129-265B-4D52-922F-88F7CAAEA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2CF7C08B-85DE-4CDF-A686-EBD632C1C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95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3CE6137D-9157-4854-9BB6-84C9881E1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E329D5-B2F3-4A17-932E-A027035F3EE5}" type="slidenum">
              <a:rPr lang="pt-BR" altLang="pt-BR" sz="1300"/>
              <a:pPr eaLnBrk="1" hangingPunct="1"/>
              <a:t>7</a:t>
            </a:fld>
            <a:endParaRPr lang="pt-BR" altLang="pt-BR" sz="13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3E3E1129-265B-4D52-922F-88F7CAAEA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2CF7C08B-85DE-4CDF-A686-EBD632C1C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305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3CE6137D-9157-4854-9BB6-84C9881E1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E329D5-B2F3-4A17-932E-A027035F3EE5}" type="slidenum">
              <a:rPr lang="pt-BR" altLang="pt-BR" sz="1300"/>
              <a:pPr eaLnBrk="1" hangingPunct="1"/>
              <a:t>8</a:t>
            </a:fld>
            <a:endParaRPr lang="pt-BR" altLang="pt-BR" sz="13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3E3E1129-265B-4D52-922F-88F7CAAEA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2CF7C08B-85DE-4CDF-A686-EBD632C1C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865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>
            <a:extLst>
              <a:ext uri="{FF2B5EF4-FFF2-40B4-BE49-F238E27FC236}">
                <a16:creationId xmlns:a16="http://schemas.microsoft.com/office/drawing/2014/main" id="{C34F2F85-968D-4A2F-919A-0CC4B20D15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21A4AF-CAE7-4895-97F4-1D3522FEFCF2}" type="slidenum">
              <a:rPr lang="pt-BR" altLang="pt-BR" sz="1300"/>
              <a:pPr eaLnBrk="1" hangingPunct="1"/>
              <a:t>9</a:t>
            </a:fld>
            <a:endParaRPr lang="pt-BR" altLang="pt-BR" sz="1300"/>
          </a:p>
        </p:txBody>
      </p:sp>
      <p:sp>
        <p:nvSpPr>
          <p:cNvPr id="174083" name="Rectangle 2">
            <a:extLst>
              <a:ext uri="{FF2B5EF4-FFF2-40B4-BE49-F238E27FC236}">
                <a16:creationId xmlns:a16="http://schemas.microsoft.com/office/drawing/2014/main" id="{B308EB93-E272-4C40-A3B5-4CA4FC7982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>
            <a:extLst>
              <a:ext uri="{FF2B5EF4-FFF2-40B4-BE49-F238E27FC236}">
                <a16:creationId xmlns:a16="http://schemas.microsoft.com/office/drawing/2014/main" id="{183955F0-5BBF-443F-B483-3B9531211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3CE6137D-9157-4854-9BB6-84C9881E1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E329D5-B2F3-4A17-932E-A027035F3EE5}" type="slidenum">
              <a:rPr lang="pt-BR" altLang="pt-BR" sz="1300"/>
              <a:pPr eaLnBrk="1" hangingPunct="1"/>
              <a:t>10</a:t>
            </a:fld>
            <a:endParaRPr lang="pt-BR" altLang="pt-BR" sz="13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3E3E1129-265B-4D52-922F-88F7CAAEA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2CF7C08B-85DE-4CDF-A686-EBD632C1C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8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3CE6137D-9157-4854-9BB6-84C9881E1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E329D5-B2F3-4A17-932E-A027035F3EE5}" type="slidenum">
              <a:rPr lang="pt-BR" altLang="pt-BR" sz="1300"/>
              <a:pPr eaLnBrk="1" hangingPunct="1"/>
              <a:t>11</a:t>
            </a:fld>
            <a:endParaRPr lang="pt-BR" altLang="pt-BR" sz="13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3E3E1129-265B-4D52-922F-88F7CAAEA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2CF7C08B-85DE-4CDF-A686-EBD632C1C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197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12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13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125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440F4C06-AB4E-4994-9531-B04E733403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9DACB1-41C1-44A5-921D-3EE463F6B8B5}" type="slidenum">
              <a:rPr lang="pt-BR" altLang="pt-BR" sz="1300"/>
              <a:pPr eaLnBrk="1" hangingPunct="1"/>
              <a:t>14</a:t>
            </a:fld>
            <a:endParaRPr lang="pt-BR" altLang="pt-BR" sz="1300"/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7D11C76F-8048-4CE5-856C-12F02D2346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>
            <a:extLst>
              <a:ext uri="{FF2B5EF4-FFF2-40B4-BE49-F238E27FC236}">
                <a16:creationId xmlns:a16="http://schemas.microsoft.com/office/drawing/2014/main" id="{59041948-0161-4165-8625-F1E4B3D9B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22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8FAF8E43-707C-41C3-87DE-4B0C556431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CCA496-5F8A-43B2-95BA-3163FBB8BB1F}" type="slidenum">
              <a:rPr lang="pt-BR" altLang="pt-BR" sz="1300"/>
              <a:pPr eaLnBrk="1" hangingPunct="1"/>
              <a:t>15</a:t>
            </a:fld>
            <a:endParaRPr lang="pt-BR" altLang="pt-BR" sz="1300"/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05C06519-E1F8-4025-BF12-92E11358B5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B2C82E7F-64C3-4C2A-87F6-A8A18DAD7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799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8FAF8E43-707C-41C3-87DE-4B0C556431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CCA496-5F8A-43B2-95BA-3163FBB8BB1F}" type="slidenum">
              <a:rPr lang="pt-BR" altLang="pt-BR" sz="1300"/>
              <a:pPr eaLnBrk="1" hangingPunct="1"/>
              <a:t>22</a:t>
            </a:fld>
            <a:endParaRPr lang="pt-BR" altLang="pt-BR" sz="1300"/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05C06519-E1F8-4025-BF12-92E11358B5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B2C82E7F-64C3-4C2A-87F6-A8A18DAD7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615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24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457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25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026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26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988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27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787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A88AB829-65CA-4440-80EB-4947444D2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C4B033-F8AD-4A8C-9661-DD9E651A145B}" type="slidenum">
              <a:rPr lang="pt-BR" altLang="pt-BR" sz="1300"/>
              <a:pPr eaLnBrk="1" hangingPunct="1"/>
              <a:t>28</a:t>
            </a:fld>
            <a:endParaRPr lang="pt-BR" altLang="pt-BR" sz="1300"/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61805466-A4BA-432A-82BC-899DC6BA8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0646B0F1-5EF1-4014-88AA-FA779D10C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897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A88AB829-65CA-4440-80EB-4947444D2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C4B033-F8AD-4A8C-9661-DD9E651A145B}" type="slidenum">
              <a:rPr lang="pt-BR" altLang="pt-BR" sz="1300"/>
              <a:pPr eaLnBrk="1" hangingPunct="1"/>
              <a:t>29</a:t>
            </a:fld>
            <a:endParaRPr lang="pt-BR" altLang="pt-BR" sz="1300"/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61805466-A4BA-432A-82BC-899DC6BA8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0646B0F1-5EF1-4014-88AA-FA779D10C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8761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A88AB829-65CA-4440-80EB-4947444D2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C4B033-F8AD-4A8C-9661-DD9E651A145B}" type="slidenum">
              <a:rPr lang="pt-BR" altLang="pt-BR" sz="1300"/>
              <a:pPr eaLnBrk="1" hangingPunct="1"/>
              <a:t>30</a:t>
            </a:fld>
            <a:endParaRPr lang="pt-BR" altLang="pt-BR" sz="1300"/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61805466-A4BA-432A-82BC-899DC6BA8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0646B0F1-5EF1-4014-88AA-FA779D10C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095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A88AB829-65CA-4440-80EB-4947444D2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C4B033-F8AD-4A8C-9661-DD9E651A145B}" type="slidenum">
              <a:rPr lang="pt-BR" altLang="pt-BR" sz="1300"/>
              <a:pPr eaLnBrk="1" hangingPunct="1"/>
              <a:t>31</a:t>
            </a:fld>
            <a:endParaRPr lang="pt-BR" altLang="pt-BR" sz="1300"/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61805466-A4BA-432A-82BC-899DC6BA8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0646B0F1-5EF1-4014-88AA-FA779D10C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54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32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3050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33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7627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2297F354-8C79-42CF-A90C-6913930A50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22DB1E-EDCE-4C3F-9C90-7B3992DE2FE5}" type="slidenum">
              <a:rPr lang="pt-BR" altLang="pt-BR" sz="1300"/>
              <a:pPr eaLnBrk="1" hangingPunct="1"/>
              <a:t>34</a:t>
            </a:fld>
            <a:endParaRPr lang="pt-BR" altLang="pt-BR" sz="1300"/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E3F8333A-D6AD-423F-98C6-46BA9E4FF3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>
            <a:extLst>
              <a:ext uri="{FF2B5EF4-FFF2-40B4-BE49-F238E27FC236}">
                <a16:creationId xmlns:a16="http://schemas.microsoft.com/office/drawing/2014/main" id="{1E669627-5AC2-43F2-988E-57EE118BD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6437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2297F354-8C79-42CF-A90C-6913930A50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22DB1E-EDCE-4C3F-9C90-7B3992DE2FE5}" type="slidenum">
              <a:rPr lang="pt-BR" altLang="pt-BR" sz="1300"/>
              <a:pPr eaLnBrk="1" hangingPunct="1"/>
              <a:t>35</a:t>
            </a:fld>
            <a:endParaRPr lang="pt-BR" altLang="pt-BR" sz="1300"/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E3F8333A-D6AD-423F-98C6-46BA9E4FF3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>
            <a:extLst>
              <a:ext uri="{FF2B5EF4-FFF2-40B4-BE49-F238E27FC236}">
                <a16:creationId xmlns:a16="http://schemas.microsoft.com/office/drawing/2014/main" id="{1E669627-5AC2-43F2-988E-57EE118BD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475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>
            <a:extLst>
              <a:ext uri="{FF2B5EF4-FFF2-40B4-BE49-F238E27FC236}">
                <a16:creationId xmlns:a16="http://schemas.microsoft.com/office/drawing/2014/main" id="{847D4E47-A9E4-47CA-8A86-C2910FDCD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E12DDD-54F4-43F3-A262-B9369C96A8A6}" type="slidenum">
              <a:rPr lang="pt-BR" altLang="pt-BR" sz="1300"/>
              <a:pPr eaLnBrk="1" hangingPunct="1"/>
              <a:t>36</a:t>
            </a:fld>
            <a:endParaRPr lang="pt-BR" altLang="pt-BR" sz="1300"/>
          </a:p>
        </p:txBody>
      </p:sp>
      <p:sp>
        <p:nvSpPr>
          <p:cNvPr id="186371" name="Rectangle 2">
            <a:extLst>
              <a:ext uri="{FF2B5EF4-FFF2-40B4-BE49-F238E27FC236}">
                <a16:creationId xmlns:a16="http://schemas.microsoft.com/office/drawing/2014/main" id="{B3694E3D-5E11-47C8-9995-3FC3E4BEC6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>
            <a:extLst>
              <a:ext uri="{FF2B5EF4-FFF2-40B4-BE49-F238E27FC236}">
                <a16:creationId xmlns:a16="http://schemas.microsoft.com/office/drawing/2014/main" id="{71881951-7FA0-40CA-8FA8-D599BB7BE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37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3422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38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1972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>
            <a:extLst>
              <a:ext uri="{FF2B5EF4-FFF2-40B4-BE49-F238E27FC236}">
                <a16:creationId xmlns:a16="http://schemas.microsoft.com/office/drawing/2014/main" id="{AC59B665-A933-4383-A2E6-E2A1E9E8FB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7B68A2-F4FE-4544-B282-E8F08A7DD16B}" type="slidenum">
              <a:rPr lang="pt-BR" altLang="pt-BR" sz="1300"/>
              <a:pPr eaLnBrk="1" hangingPunct="1"/>
              <a:t>39</a:t>
            </a:fld>
            <a:endParaRPr lang="pt-BR" altLang="pt-BR" sz="1300"/>
          </a:p>
        </p:txBody>
      </p:sp>
      <p:sp>
        <p:nvSpPr>
          <p:cNvPr id="188419" name="Rectangle 2">
            <a:extLst>
              <a:ext uri="{FF2B5EF4-FFF2-40B4-BE49-F238E27FC236}">
                <a16:creationId xmlns:a16="http://schemas.microsoft.com/office/drawing/2014/main" id="{4B3F7ABF-56CF-4387-B6F7-0E34456BAC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>
            <a:extLst>
              <a:ext uri="{FF2B5EF4-FFF2-40B4-BE49-F238E27FC236}">
                <a16:creationId xmlns:a16="http://schemas.microsoft.com/office/drawing/2014/main" id="{E6066556-8C36-459A-8DF4-AAE6637C8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40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8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>
            <a:extLst>
              <a:ext uri="{FF2B5EF4-FFF2-40B4-BE49-F238E27FC236}">
                <a16:creationId xmlns:a16="http://schemas.microsoft.com/office/drawing/2014/main" id="{7D32BF0E-6380-4CFD-BE4E-D8F468F8F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B417EF2-0F6F-4FDB-AC7F-A83ECF02B97A}" type="slidenum">
              <a:rPr lang="pt-BR" altLang="pt-BR" sz="1300"/>
              <a:pPr eaLnBrk="1" hangingPunct="1"/>
              <a:t>41</a:t>
            </a:fld>
            <a:endParaRPr lang="pt-BR" altLang="pt-BR" sz="1300"/>
          </a:p>
        </p:txBody>
      </p:sp>
      <p:sp>
        <p:nvSpPr>
          <p:cNvPr id="190467" name="Rectangle 2">
            <a:extLst>
              <a:ext uri="{FF2B5EF4-FFF2-40B4-BE49-F238E27FC236}">
                <a16:creationId xmlns:a16="http://schemas.microsoft.com/office/drawing/2014/main" id="{E9E28BE1-C4BC-4BF7-B93D-A90F69D541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>
            <a:extLst>
              <a:ext uri="{FF2B5EF4-FFF2-40B4-BE49-F238E27FC236}">
                <a16:creationId xmlns:a16="http://schemas.microsoft.com/office/drawing/2014/main" id="{F986D820-6E14-4882-8E60-95926485E4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>
            <a:extLst>
              <a:ext uri="{FF2B5EF4-FFF2-40B4-BE49-F238E27FC236}">
                <a16:creationId xmlns:a16="http://schemas.microsoft.com/office/drawing/2014/main" id="{4ABF4858-63BB-445A-8E2A-0656D5F21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DC8E28-997A-49B3-B796-0CB3EE4EB117}" type="slidenum">
              <a:rPr lang="pt-BR" altLang="pt-BR" sz="1300"/>
              <a:pPr eaLnBrk="1" hangingPunct="1"/>
              <a:t>42</a:t>
            </a:fld>
            <a:endParaRPr lang="pt-BR" altLang="pt-BR" sz="1300"/>
          </a:p>
        </p:txBody>
      </p:sp>
      <p:sp>
        <p:nvSpPr>
          <p:cNvPr id="191491" name="Rectangle 2">
            <a:extLst>
              <a:ext uri="{FF2B5EF4-FFF2-40B4-BE49-F238E27FC236}">
                <a16:creationId xmlns:a16="http://schemas.microsoft.com/office/drawing/2014/main" id="{5FB2677C-EDF0-46B4-8CE4-EDC642086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>
            <a:extLst>
              <a:ext uri="{FF2B5EF4-FFF2-40B4-BE49-F238E27FC236}">
                <a16:creationId xmlns:a16="http://schemas.microsoft.com/office/drawing/2014/main" id="{2B1910D5-F1B1-415C-92B6-B0662ADE2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9489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>
            <a:extLst>
              <a:ext uri="{FF2B5EF4-FFF2-40B4-BE49-F238E27FC236}">
                <a16:creationId xmlns:a16="http://schemas.microsoft.com/office/drawing/2014/main" id="{313ED335-772A-438C-B17D-23F8AE49D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789EBFB-0313-457A-A704-D312CAC6B328}" type="slidenum">
              <a:rPr lang="pt-BR" altLang="pt-BR" sz="1300"/>
              <a:pPr eaLnBrk="1" hangingPunct="1"/>
              <a:t>43</a:t>
            </a:fld>
            <a:endParaRPr lang="pt-BR" altLang="pt-BR" sz="1300"/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7D36994E-EDDE-475F-9A3D-3232BD6B49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>
            <a:extLst>
              <a:ext uri="{FF2B5EF4-FFF2-40B4-BE49-F238E27FC236}">
                <a16:creationId xmlns:a16="http://schemas.microsoft.com/office/drawing/2014/main" id="{96AD7FE4-3C1D-4CC7-83EA-CCE30A2852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>
            <a:extLst>
              <a:ext uri="{FF2B5EF4-FFF2-40B4-BE49-F238E27FC236}">
                <a16:creationId xmlns:a16="http://schemas.microsoft.com/office/drawing/2014/main" id="{7C05EE44-F214-42E4-AE1F-4700F36089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081627-4D7A-457E-9DA6-FB6F6C497910}" type="slidenum">
              <a:rPr lang="pt-BR" altLang="pt-BR" sz="1300"/>
              <a:pPr eaLnBrk="1" hangingPunct="1"/>
              <a:t>45</a:t>
            </a:fld>
            <a:endParaRPr lang="pt-BR" altLang="pt-BR" sz="1300"/>
          </a:p>
        </p:txBody>
      </p:sp>
      <p:sp>
        <p:nvSpPr>
          <p:cNvPr id="193539" name="Rectangle 2">
            <a:extLst>
              <a:ext uri="{FF2B5EF4-FFF2-40B4-BE49-F238E27FC236}">
                <a16:creationId xmlns:a16="http://schemas.microsoft.com/office/drawing/2014/main" id="{C01FB9EB-3A2D-4018-BD12-6ADCFEED93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>
            <a:extLst>
              <a:ext uri="{FF2B5EF4-FFF2-40B4-BE49-F238E27FC236}">
                <a16:creationId xmlns:a16="http://schemas.microsoft.com/office/drawing/2014/main" id="{1446769B-5E3A-4714-88E7-38BE3CA1E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7161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>
            <a:extLst>
              <a:ext uri="{FF2B5EF4-FFF2-40B4-BE49-F238E27FC236}">
                <a16:creationId xmlns:a16="http://schemas.microsoft.com/office/drawing/2014/main" id="{7C05EE44-F214-42E4-AE1F-4700F36089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081627-4D7A-457E-9DA6-FB6F6C497910}" type="slidenum">
              <a:rPr lang="pt-BR" altLang="pt-BR" sz="1300"/>
              <a:pPr eaLnBrk="1" hangingPunct="1"/>
              <a:t>47</a:t>
            </a:fld>
            <a:endParaRPr lang="pt-BR" altLang="pt-BR" sz="1300"/>
          </a:p>
        </p:txBody>
      </p:sp>
      <p:sp>
        <p:nvSpPr>
          <p:cNvPr id="193539" name="Rectangle 2">
            <a:extLst>
              <a:ext uri="{FF2B5EF4-FFF2-40B4-BE49-F238E27FC236}">
                <a16:creationId xmlns:a16="http://schemas.microsoft.com/office/drawing/2014/main" id="{C01FB9EB-3A2D-4018-BD12-6ADCFEED93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>
            <a:extLst>
              <a:ext uri="{FF2B5EF4-FFF2-40B4-BE49-F238E27FC236}">
                <a16:creationId xmlns:a16="http://schemas.microsoft.com/office/drawing/2014/main" id="{1446769B-5E3A-4714-88E7-38BE3CA1E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0333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53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530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55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1576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56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698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59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3333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>
            <a:extLst>
              <a:ext uri="{FF2B5EF4-FFF2-40B4-BE49-F238E27FC236}">
                <a16:creationId xmlns:a16="http://schemas.microsoft.com/office/drawing/2014/main" id="{030E7334-8798-42B5-8F40-B6F0EC9D05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CBE53F4-9E6A-41BA-B10C-6C2F6F4AE4B4}" type="slidenum">
              <a:rPr lang="pt-BR" altLang="pt-BR" sz="1300"/>
              <a:pPr eaLnBrk="1" hangingPunct="1"/>
              <a:t>60</a:t>
            </a:fld>
            <a:endParaRPr lang="pt-BR" altLang="pt-BR" sz="1300"/>
          </a:p>
        </p:txBody>
      </p:sp>
      <p:sp>
        <p:nvSpPr>
          <p:cNvPr id="214019" name="Rectangle 2">
            <a:extLst>
              <a:ext uri="{FF2B5EF4-FFF2-40B4-BE49-F238E27FC236}">
                <a16:creationId xmlns:a16="http://schemas.microsoft.com/office/drawing/2014/main" id="{9055A48C-1421-4291-9354-5BEE68D5B1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>
            <a:extLst>
              <a:ext uri="{FF2B5EF4-FFF2-40B4-BE49-F238E27FC236}">
                <a16:creationId xmlns:a16="http://schemas.microsoft.com/office/drawing/2014/main" id="{414D419C-80E2-48EC-ADCF-B0252F05C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>
            <a:extLst>
              <a:ext uri="{FF2B5EF4-FFF2-40B4-BE49-F238E27FC236}">
                <a16:creationId xmlns:a16="http://schemas.microsoft.com/office/drawing/2014/main" id="{7C05EE44-F214-42E4-AE1F-4700F36089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081627-4D7A-457E-9DA6-FB6F6C497910}" type="slidenum">
              <a:rPr lang="pt-BR" altLang="pt-BR" sz="1300"/>
              <a:pPr eaLnBrk="1" hangingPunct="1"/>
              <a:t>61</a:t>
            </a:fld>
            <a:endParaRPr lang="pt-BR" altLang="pt-BR" sz="1300"/>
          </a:p>
        </p:txBody>
      </p:sp>
      <p:sp>
        <p:nvSpPr>
          <p:cNvPr id="193539" name="Rectangle 2">
            <a:extLst>
              <a:ext uri="{FF2B5EF4-FFF2-40B4-BE49-F238E27FC236}">
                <a16:creationId xmlns:a16="http://schemas.microsoft.com/office/drawing/2014/main" id="{C01FB9EB-3A2D-4018-BD12-6ADCFEED93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>
            <a:extLst>
              <a:ext uri="{FF2B5EF4-FFF2-40B4-BE49-F238E27FC236}">
                <a16:creationId xmlns:a16="http://schemas.microsoft.com/office/drawing/2014/main" id="{1446769B-5E3A-4714-88E7-38BE3CA1E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6566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62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3632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63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1498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64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6858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65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326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66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3878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67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5621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68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78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B08DE082-8F49-4D22-A8F4-07395242D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F11D33-390F-4278-970D-3F8B16020731}" type="slidenum">
              <a:rPr lang="pt-BR" altLang="pt-BR" sz="1300"/>
              <a:pPr eaLnBrk="1" hangingPunct="1"/>
              <a:t>69</a:t>
            </a:fld>
            <a:endParaRPr lang="pt-BR" altLang="pt-BR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844CE21C-2B67-45BB-B168-2968A3FE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8DCD4996-4679-4305-BDC9-EFEB64A5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7682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>
            <a:extLst>
              <a:ext uri="{FF2B5EF4-FFF2-40B4-BE49-F238E27FC236}">
                <a16:creationId xmlns:a16="http://schemas.microsoft.com/office/drawing/2014/main" id="{E47DEC91-8BF5-49B4-AE18-C6FF95F974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8BBDD35-ABB6-4D1B-B40E-4C849AEFB472}" type="slidenum">
              <a:rPr lang="pt-BR" altLang="pt-BR" sz="1300"/>
              <a:pPr eaLnBrk="1" hangingPunct="1"/>
              <a:t>71</a:t>
            </a:fld>
            <a:endParaRPr lang="pt-BR" altLang="pt-BR" sz="1300"/>
          </a:p>
        </p:txBody>
      </p:sp>
      <p:sp>
        <p:nvSpPr>
          <p:cNvPr id="218115" name="Rectangle 2">
            <a:extLst>
              <a:ext uri="{FF2B5EF4-FFF2-40B4-BE49-F238E27FC236}">
                <a16:creationId xmlns:a16="http://schemas.microsoft.com/office/drawing/2014/main" id="{454B59AA-CA8B-457A-BEC4-A9F621D1A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>
            <a:extLst>
              <a:ext uri="{FF2B5EF4-FFF2-40B4-BE49-F238E27FC236}">
                <a16:creationId xmlns:a16="http://schemas.microsoft.com/office/drawing/2014/main" id="{C0D6E1DE-717F-4AFA-BC11-E06DE4818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94622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>
            <a:extLst>
              <a:ext uri="{FF2B5EF4-FFF2-40B4-BE49-F238E27FC236}">
                <a16:creationId xmlns:a16="http://schemas.microsoft.com/office/drawing/2014/main" id="{6727ECEB-A3FE-4EB2-97A4-A2645C588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880A7B-C788-4F99-8F85-39E1AF969F7F}" type="slidenum">
              <a:rPr lang="pt-BR" altLang="pt-BR" sz="1300"/>
              <a:pPr eaLnBrk="1" hangingPunct="1"/>
              <a:t>72</a:t>
            </a:fld>
            <a:endParaRPr lang="pt-BR" altLang="pt-BR" sz="1300"/>
          </a:p>
        </p:txBody>
      </p:sp>
      <p:sp>
        <p:nvSpPr>
          <p:cNvPr id="221187" name="Rectangle 2">
            <a:extLst>
              <a:ext uri="{FF2B5EF4-FFF2-40B4-BE49-F238E27FC236}">
                <a16:creationId xmlns:a16="http://schemas.microsoft.com/office/drawing/2014/main" id="{E1660DFE-A384-4F08-A026-7A80E2217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>
            <a:extLst>
              <a:ext uri="{FF2B5EF4-FFF2-40B4-BE49-F238E27FC236}">
                <a16:creationId xmlns:a16="http://schemas.microsoft.com/office/drawing/2014/main" id="{040C9639-1DA4-4B31-A5B8-ED25FB568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7830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>
            <a:extLst>
              <a:ext uri="{FF2B5EF4-FFF2-40B4-BE49-F238E27FC236}">
                <a16:creationId xmlns:a16="http://schemas.microsoft.com/office/drawing/2014/main" id="{1BD6BED8-5639-4848-B59F-8543DA0ABB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EC347D-9B03-497C-BCC3-0B67B771B268}" type="slidenum">
              <a:rPr lang="pt-BR" altLang="pt-BR" sz="1300"/>
              <a:pPr eaLnBrk="1" hangingPunct="1"/>
              <a:t>73</a:t>
            </a:fld>
            <a:endParaRPr lang="pt-BR" altLang="pt-BR" sz="1300"/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3B6220F0-71B9-4072-B009-71860B4D3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>
            <a:extLst>
              <a:ext uri="{FF2B5EF4-FFF2-40B4-BE49-F238E27FC236}">
                <a16:creationId xmlns:a16="http://schemas.microsoft.com/office/drawing/2014/main" id="{29FF5075-9367-4136-AF2F-4049871D2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>
            <a:extLst>
              <a:ext uri="{FF2B5EF4-FFF2-40B4-BE49-F238E27FC236}">
                <a16:creationId xmlns:a16="http://schemas.microsoft.com/office/drawing/2014/main" id="{5EA7670D-6A9D-494A-AFC3-5B42F5CA3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CD8861-F00A-42EF-A063-681D698FCAF2}" type="slidenum">
              <a:rPr lang="pt-BR" altLang="pt-BR" sz="1300"/>
              <a:pPr eaLnBrk="1" hangingPunct="1"/>
              <a:t>74</a:t>
            </a:fld>
            <a:endParaRPr lang="pt-BR" altLang="pt-BR" sz="1300"/>
          </a:p>
        </p:txBody>
      </p:sp>
      <p:sp>
        <p:nvSpPr>
          <p:cNvPr id="237571" name="Rectangle 2">
            <a:extLst>
              <a:ext uri="{FF2B5EF4-FFF2-40B4-BE49-F238E27FC236}">
                <a16:creationId xmlns:a16="http://schemas.microsoft.com/office/drawing/2014/main" id="{5A951A44-D0DB-4EF4-BA0B-51AC1101A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>
            <a:extLst>
              <a:ext uri="{FF2B5EF4-FFF2-40B4-BE49-F238E27FC236}">
                <a16:creationId xmlns:a16="http://schemas.microsoft.com/office/drawing/2014/main" id="{26F86F87-866D-40AF-A8AD-0558F984A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>
            <a:extLst>
              <a:ext uri="{FF2B5EF4-FFF2-40B4-BE49-F238E27FC236}">
                <a16:creationId xmlns:a16="http://schemas.microsoft.com/office/drawing/2014/main" id="{BC1FDE35-CAA5-43CE-BBFA-CA02608E64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ED321A-65B6-4C99-89AA-EEBEE1A0FEE6}" type="slidenum">
              <a:rPr lang="pt-BR" altLang="pt-BR" sz="1300"/>
              <a:pPr eaLnBrk="1" hangingPunct="1"/>
              <a:t>75</a:t>
            </a:fld>
            <a:endParaRPr lang="pt-BR" altLang="pt-BR" sz="1300"/>
          </a:p>
        </p:txBody>
      </p:sp>
      <p:sp>
        <p:nvSpPr>
          <p:cNvPr id="240643" name="Rectangle 2">
            <a:extLst>
              <a:ext uri="{FF2B5EF4-FFF2-40B4-BE49-F238E27FC236}">
                <a16:creationId xmlns:a16="http://schemas.microsoft.com/office/drawing/2014/main" id="{271F302D-5319-45ED-BD8F-91C30285DC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>
            <a:extLst>
              <a:ext uri="{FF2B5EF4-FFF2-40B4-BE49-F238E27FC236}">
                <a16:creationId xmlns:a16="http://schemas.microsoft.com/office/drawing/2014/main" id="{8D851B6C-6A3B-4F21-806E-50CA547FC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2A79D59A-FD88-4895-B834-8DF126DB41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858F16-DC94-4E5A-9640-ECEC95AA3831}" type="slidenum">
              <a:rPr lang="pt-BR" altLang="pt-BR" sz="1300"/>
              <a:pPr eaLnBrk="1" hangingPunct="1"/>
              <a:t>76</a:t>
            </a:fld>
            <a:endParaRPr lang="pt-BR" altLang="pt-BR" sz="1300"/>
          </a:p>
        </p:txBody>
      </p:sp>
      <p:sp>
        <p:nvSpPr>
          <p:cNvPr id="243715" name="Rectangle 2">
            <a:extLst>
              <a:ext uri="{FF2B5EF4-FFF2-40B4-BE49-F238E27FC236}">
                <a16:creationId xmlns:a16="http://schemas.microsoft.com/office/drawing/2014/main" id="{97230C03-8B91-4781-BA97-F97EB1ED6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6" name="Rectangle 3">
            <a:extLst>
              <a:ext uri="{FF2B5EF4-FFF2-40B4-BE49-F238E27FC236}">
                <a16:creationId xmlns:a16="http://schemas.microsoft.com/office/drawing/2014/main" id="{5D044928-0748-44C4-B207-9A466729D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77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950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78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8999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79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2433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80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1067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440F4C06-AB4E-4994-9531-B04E733403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9DACB1-41C1-44A5-921D-3EE463F6B8B5}" type="slidenum">
              <a:rPr lang="pt-BR" altLang="pt-BR" sz="1300"/>
              <a:pPr eaLnBrk="1" hangingPunct="1"/>
              <a:t>81</a:t>
            </a:fld>
            <a:endParaRPr lang="pt-BR" altLang="pt-BR" sz="1300"/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7D11C76F-8048-4CE5-856C-12F02D2346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>
            <a:extLst>
              <a:ext uri="{FF2B5EF4-FFF2-40B4-BE49-F238E27FC236}">
                <a16:creationId xmlns:a16="http://schemas.microsoft.com/office/drawing/2014/main" id="{59041948-0161-4165-8625-F1E4B3D9B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7194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82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7224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83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8197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84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3430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5D736180-F6B8-4A3D-A5E1-8F7863521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9E9AC5-3872-4712-A1AF-DC78E59AD72C}" type="slidenum">
              <a:rPr lang="pt-BR" altLang="pt-BR" sz="1300"/>
              <a:pPr eaLnBrk="1" hangingPunct="1"/>
              <a:t>85</a:t>
            </a:fld>
            <a:endParaRPr lang="pt-BR" altLang="pt-BR" sz="1300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69A79E78-E9E9-4981-BFF3-E32A00B53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3F26AD87-7519-4999-8F53-6C0BBF713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65999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>
            <a:extLst>
              <a:ext uri="{FF2B5EF4-FFF2-40B4-BE49-F238E27FC236}">
                <a16:creationId xmlns:a16="http://schemas.microsoft.com/office/drawing/2014/main" id="{79AC208C-5A78-48E0-A576-7ED9867A0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415DF7-1AB1-4CA6-8C21-0520A0B822A5}" type="slidenum">
              <a:rPr lang="pt-BR" altLang="pt-BR" sz="1300"/>
              <a:pPr eaLnBrk="1" hangingPunct="1"/>
              <a:t>100</a:t>
            </a:fld>
            <a:endParaRPr lang="pt-BR" altLang="pt-BR" sz="13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95717CE7-A5E2-4606-9853-8D3EAD07E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>
            <a:extLst>
              <a:ext uri="{FF2B5EF4-FFF2-40B4-BE49-F238E27FC236}">
                <a16:creationId xmlns:a16="http://schemas.microsoft.com/office/drawing/2014/main" id="{6900080B-591C-45D4-BF4E-9A8E8C796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1042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>
            <a:extLst>
              <a:ext uri="{FF2B5EF4-FFF2-40B4-BE49-F238E27FC236}">
                <a16:creationId xmlns:a16="http://schemas.microsoft.com/office/drawing/2014/main" id="{79AC208C-5A78-48E0-A576-7ED9867A0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415DF7-1AB1-4CA6-8C21-0520A0B822A5}" type="slidenum">
              <a:rPr lang="pt-BR" altLang="pt-BR" sz="1300"/>
              <a:pPr eaLnBrk="1" hangingPunct="1"/>
              <a:t>102</a:t>
            </a:fld>
            <a:endParaRPr lang="pt-BR" altLang="pt-BR" sz="13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95717CE7-A5E2-4606-9853-8D3EAD07E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>
            <a:extLst>
              <a:ext uri="{FF2B5EF4-FFF2-40B4-BE49-F238E27FC236}">
                <a16:creationId xmlns:a16="http://schemas.microsoft.com/office/drawing/2014/main" id="{6900080B-591C-45D4-BF4E-9A8E8C796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644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3033CEAE-912F-4BB1-A535-EF837C1A9A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C01EE43-B66E-4F43-9A67-08F67903CC90}" type="slidenum">
              <a:rPr lang="pt-BR" altLang="pt-BR" sz="1300"/>
              <a:pPr eaLnBrk="1" hangingPunct="1"/>
              <a:t>105</a:t>
            </a:fld>
            <a:endParaRPr lang="pt-BR" altLang="pt-BR" sz="1300"/>
          </a:p>
        </p:txBody>
      </p:sp>
      <p:sp>
        <p:nvSpPr>
          <p:cNvPr id="247811" name="Rectangle 2">
            <a:extLst>
              <a:ext uri="{FF2B5EF4-FFF2-40B4-BE49-F238E27FC236}">
                <a16:creationId xmlns:a16="http://schemas.microsoft.com/office/drawing/2014/main" id="{57F63816-A611-4D8A-AF8F-723E1D051D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>
            <a:extLst>
              <a:ext uri="{FF2B5EF4-FFF2-40B4-BE49-F238E27FC236}">
                <a16:creationId xmlns:a16="http://schemas.microsoft.com/office/drawing/2014/main" id="{2375E525-33CF-43EB-9BB2-6C66ED2D7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>
            <a:extLst>
              <a:ext uri="{FF2B5EF4-FFF2-40B4-BE49-F238E27FC236}">
                <a16:creationId xmlns:a16="http://schemas.microsoft.com/office/drawing/2014/main" id="{79AC208C-5A78-48E0-A576-7ED9867A0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415DF7-1AB1-4CA6-8C21-0520A0B822A5}" type="slidenum">
              <a:rPr lang="pt-BR" altLang="pt-BR" sz="1300"/>
              <a:pPr eaLnBrk="1" hangingPunct="1"/>
              <a:t>106</a:t>
            </a:fld>
            <a:endParaRPr lang="pt-BR" altLang="pt-BR" sz="13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95717CE7-A5E2-4606-9853-8D3EAD07E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>
            <a:extLst>
              <a:ext uri="{FF2B5EF4-FFF2-40B4-BE49-F238E27FC236}">
                <a16:creationId xmlns:a16="http://schemas.microsoft.com/office/drawing/2014/main" id="{6900080B-591C-45D4-BF4E-9A8E8C796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41842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>
            <a:extLst>
              <a:ext uri="{FF2B5EF4-FFF2-40B4-BE49-F238E27FC236}">
                <a16:creationId xmlns:a16="http://schemas.microsoft.com/office/drawing/2014/main" id="{E440A04D-2FB8-4061-8F44-F15A418F51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19450A-BDC8-44D1-B451-C83C726DFC3F}" type="slidenum">
              <a:rPr lang="pt-BR" altLang="pt-BR" sz="1300"/>
              <a:pPr eaLnBrk="1" hangingPunct="1"/>
              <a:t>107</a:t>
            </a:fld>
            <a:endParaRPr lang="pt-BR" altLang="pt-BR" sz="1300"/>
          </a:p>
        </p:txBody>
      </p:sp>
      <p:sp>
        <p:nvSpPr>
          <p:cNvPr id="250883" name="Rectangle 2">
            <a:extLst>
              <a:ext uri="{FF2B5EF4-FFF2-40B4-BE49-F238E27FC236}">
                <a16:creationId xmlns:a16="http://schemas.microsoft.com/office/drawing/2014/main" id="{66BAAF5E-5E7E-430E-9F18-55BB3EC717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4" name="Rectangle 3">
            <a:extLst>
              <a:ext uri="{FF2B5EF4-FFF2-40B4-BE49-F238E27FC236}">
                <a16:creationId xmlns:a16="http://schemas.microsoft.com/office/drawing/2014/main" id="{4D8E603E-2AF7-4E10-82AF-E4E324B2E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>
            <a:extLst>
              <a:ext uri="{FF2B5EF4-FFF2-40B4-BE49-F238E27FC236}">
                <a16:creationId xmlns:a16="http://schemas.microsoft.com/office/drawing/2014/main" id="{79AC208C-5A78-48E0-A576-7ED9867A0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415DF7-1AB1-4CA6-8C21-0520A0B822A5}" type="slidenum">
              <a:rPr lang="pt-BR" altLang="pt-BR" sz="1300"/>
              <a:pPr eaLnBrk="1" hangingPunct="1"/>
              <a:t>108</a:t>
            </a:fld>
            <a:endParaRPr lang="pt-BR" altLang="pt-BR" sz="13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95717CE7-A5E2-4606-9853-8D3EAD07E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>
            <a:extLst>
              <a:ext uri="{FF2B5EF4-FFF2-40B4-BE49-F238E27FC236}">
                <a16:creationId xmlns:a16="http://schemas.microsoft.com/office/drawing/2014/main" id="{6900080B-591C-45D4-BF4E-9A8E8C796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24126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>
            <a:extLst>
              <a:ext uri="{FF2B5EF4-FFF2-40B4-BE49-F238E27FC236}">
                <a16:creationId xmlns:a16="http://schemas.microsoft.com/office/drawing/2014/main" id="{79AC208C-5A78-48E0-A576-7ED9867A0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415DF7-1AB1-4CA6-8C21-0520A0B822A5}" type="slidenum">
              <a:rPr lang="pt-BR" altLang="pt-BR" sz="1300"/>
              <a:pPr eaLnBrk="1" hangingPunct="1"/>
              <a:t>109</a:t>
            </a:fld>
            <a:endParaRPr lang="pt-BR" altLang="pt-BR" sz="13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95717CE7-A5E2-4606-9853-8D3EAD07E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>
            <a:extLst>
              <a:ext uri="{FF2B5EF4-FFF2-40B4-BE49-F238E27FC236}">
                <a16:creationId xmlns:a16="http://schemas.microsoft.com/office/drawing/2014/main" id="{6900080B-591C-45D4-BF4E-9A8E8C796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93644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>
            <a:extLst>
              <a:ext uri="{FF2B5EF4-FFF2-40B4-BE49-F238E27FC236}">
                <a16:creationId xmlns:a16="http://schemas.microsoft.com/office/drawing/2014/main" id="{79AC208C-5A78-48E0-A576-7ED9867A0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415DF7-1AB1-4CA6-8C21-0520A0B822A5}" type="slidenum">
              <a:rPr lang="pt-BR" altLang="pt-BR" sz="1300"/>
              <a:pPr eaLnBrk="1" hangingPunct="1"/>
              <a:t>110</a:t>
            </a:fld>
            <a:endParaRPr lang="pt-BR" altLang="pt-BR" sz="13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95717CE7-A5E2-4606-9853-8D3EAD07E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>
            <a:extLst>
              <a:ext uri="{FF2B5EF4-FFF2-40B4-BE49-F238E27FC236}">
                <a16:creationId xmlns:a16="http://schemas.microsoft.com/office/drawing/2014/main" id="{6900080B-591C-45D4-BF4E-9A8E8C796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28119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7">
            <a:extLst>
              <a:ext uri="{FF2B5EF4-FFF2-40B4-BE49-F238E27FC236}">
                <a16:creationId xmlns:a16="http://schemas.microsoft.com/office/drawing/2014/main" id="{9F8DC1E7-EC06-4D52-997D-0CB50EFFB5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3407FA-1A5C-443B-9419-6D334E2A4350}" type="slidenum">
              <a:rPr lang="pt-BR" altLang="pt-BR" sz="1300"/>
              <a:pPr eaLnBrk="1" hangingPunct="1"/>
              <a:t>117</a:t>
            </a:fld>
            <a:endParaRPr lang="pt-BR" altLang="pt-BR" sz="1300"/>
          </a:p>
        </p:txBody>
      </p:sp>
      <p:sp>
        <p:nvSpPr>
          <p:cNvPr id="253955" name="Rectangle 2">
            <a:extLst>
              <a:ext uri="{FF2B5EF4-FFF2-40B4-BE49-F238E27FC236}">
                <a16:creationId xmlns:a16="http://schemas.microsoft.com/office/drawing/2014/main" id="{60776300-0512-4986-9911-485E70ECE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6" name="Rectangle 3">
            <a:extLst>
              <a:ext uri="{FF2B5EF4-FFF2-40B4-BE49-F238E27FC236}">
                <a16:creationId xmlns:a16="http://schemas.microsoft.com/office/drawing/2014/main" id="{5ABAC237-6E6D-480E-904C-B4EEFA9B7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>
            <a:extLst>
              <a:ext uri="{FF2B5EF4-FFF2-40B4-BE49-F238E27FC236}">
                <a16:creationId xmlns:a16="http://schemas.microsoft.com/office/drawing/2014/main" id="{52A94D29-73DB-4C71-8864-8227472FD8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C51F1E-0374-4557-9B1F-4031A050A65B}" type="slidenum">
              <a:rPr lang="pt-BR" altLang="pt-BR" sz="1300"/>
              <a:pPr eaLnBrk="1" hangingPunct="1"/>
              <a:t>118</a:t>
            </a:fld>
            <a:endParaRPr lang="pt-BR" altLang="pt-BR" sz="1300"/>
          </a:p>
        </p:txBody>
      </p:sp>
      <p:sp>
        <p:nvSpPr>
          <p:cNvPr id="256003" name="Rectangle 2">
            <a:extLst>
              <a:ext uri="{FF2B5EF4-FFF2-40B4-BE49-F238E27FC236}">
                <a16:creationId xmlns:a16="http://schemas.microsoft.com/office/drawing/2014/main" id="{E255C301-ABED-419E-B4A5-00AF2A3021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>
            <a:extLst>
              <a:ext uri="{FF2B5EF4-FFF2-40B4-BE49-F238E27FC236}">
                <a16:creationId xmlns:a16="http://schemas.microsoft.com/office/drawing/2014/main" id="{C35B7EFA-A620-4F81-897F-3BD5A0DF09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>
            <a:extLst>
              <a:ext uri="{FF2B5EF4-FFF2-40B4-BE49-F238E27FC236}">
                <a16:creationId xmlns:a16="http://schemas.microsoft.com/office/drawing/2014/main" id="{EF91877F-77F8-4683-8E6A-A0F41580D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D0A66A9-10A8-4101-9ADC-C8B3AE92BB0D}" type="slidenum">
              <a:rPr lang="pt-BR" altLang="pt-BR" sz="1300"/>
              <a:pPr eaLnBrk="1" hangingPunct="1"/>
              <a:t>119</a:t>
            </a:fld>
            <a:endParaRPr lang="pt-BR" altLang="pt-BR" sz="1300"/>
          </a:p>
        </p:txBody>
      </p:sp>
      <p:sp>
        <p:nvSpPr>
          <p:cNvPr id="260099" name="Rectangle 2">
            <a:extLst>
              <a:ext uri="{FF2B5EF4-FFF2-40B4-BE49-F238E27FC236}">
                <a16:creationId xmlns:a16="http://schemas.microsoft.com/office/drawing/2014/main" id="{01537B24-9FDC-474B-BD9C-A96425CEEA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>
            <a:extLst>
              <a:ext uri="{FF2B5EF4-FFF2-40B4-BE49-F238E27FC236}">
                <a16:creationId xmlns:a16="http://schemas.microsoft.com/office/drawing/2014/main" id="{321146C8-146E-4960-B33B-1585999A0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>
            <a:extLst>
              <a:ext uri="{FF2B5EF4-FFF2-40B4-BE49-F238E27FC236}">
                <a16:creationId xmlns:a16="http://schemas.microsoft.com/office/drawing/2014/main" id="{16AE0778-DF32-4AE1-B5ED-F6E786D3F5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3DD662-1F94-4997-B9C5-2FFB25D3782E}" type="slidenum">
              <a:rPr lang="pt-BR" altLang="pt-BR" sz="1300"/>
              <a:pPr eaLnBrk="1" hangingPunct="1"/>
              <a:t>120</a:t>
            </a:fld>
            <a:endParaRPr lang="pt-BR" altLang="pt-BR" sz="1300"/>
          </a:p>
        </p:txBody>
      </p:sp>
      <p:sp>
        <p:nvSpPr>
          <p:cNvPr id="262147" name="Rectangle 2">
            <a:extLst>
              <a:ext uri="{FF2B5EF4-FFF2-40B4-BE49-F238E27FC236}">
                <a16:creationId xmlns:a16="http://schemas.microsoft.com/office/drawing/2014/main" id="{0D25BC7A-1DD4-458F-AEA7-D8970E4327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>
            <a:extLst>
              <a:ext uri="{FF2B5EF4-FFF2-40B4-BE49-F238E27FC236}">
                <a16:creationId xmlns:a16="http://schemas.microsoft.com/office/drawing/2014/main" id="{18CA46E1-4875-4E91-9B52-824251EEE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>
            <a:extLst>
              <a:ext uri="{FF2B5EF4-FFF2-40B4-BE49-F238E27FC236}">
                <a16:creationId xmlns:a16="http://schemas.microsoft.com/office/drawing/2014/main" id="{2F9EAFD8-50C7-4B80-B84D-F6B2D99B2E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78F820-6E3F-476C-9030-3F28A3926F58}" type="slidenum">
              <a:rPr lang="pt-BR" altLang="pt-BR" sz="1300"/>
              <a:pPr eaLnBrk="1" hangingPunct="1"/>
              <a:t>121</a:t>
            </a:fld>
            <a:endParaRPr lang="pt-BR" altLang="pt-BR" sz="1300"/>
          </a:p>
        </p:txBody>
      </p:sp>
      <p:sp>
        <p:nvSpPr>
          <p:cNvPr id="264195" name="Rectangle 2">
            <a:extLst>
              <a:ext uri="{FF2B5EF4-FFF2-40B4-BE49-F238E27FC236}">
                <a16:creationId xmlns:a16="http://schemas.microsoft.com/office/drawing/2014/main" id="{81059325-D123-46F9-9322-9843A9D915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6" name="Rectangle 3">
            <a:extLst>
              <a:ext uri="{FF2B5EF4-FFF2-40B4-BE49-F238E27FC236}">
                <a16:creationId xmlns:a16="http://schemas.microsoft.com/office/drawing/2014/main" id="{BE7BBF44-77A6-4CE0-B1B7-B8C9F73DD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7">
            <a:extLst>
              <a:ext uri="{FF2B5EF4-FFF2-40B4-BE49-F238E27FC236}">
                <a16:creationId xmlns:a16="http://schemas.microsoft.com/office/drawing/2014/main" id="{B4A4C2E8-EC8E-43DD-B20D-EBA01B98C9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E53693-EF09-436D-BC3A-90D79DBE9E9A}" type="slidenum">
              <a:rPr lang="pt-BR" altLang="pt-BR" sz="1300"/>
              <a:pPr eaLnBrk="1" hangingPunct="1"/>
              <a:t>122</a:t>
            </a:fld>
            <a:endParaRPr lang="pt-BR" altLang="pt-BR" sz="1300"/>
          </a:p>
        </p:txBody>
      </p:sp>
      <p:sp>
        <p:nvSpPr>
          <p:cNvPr id="266243" name="Rectangle 2">
            <a:extLst>
              <a:ext uri="{FF2B5EF4-FFF2-40B4-BE49-F238E27FC236}">
                <a16:creationId xmlns:a16="http://schemas.microsoft.com/office/drawing/2014/main" id="{8191251B-4549-4F8D-95D6-AC1F6FAB3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4" name="Rectangle 3">
            <a:extLst>
              <a:ext uri="{FF2B5EF4-FFF2-40B4-BE49-F238E27FC236}">
                <a16:creationId xmlns:a16="http://schemas.microsoft.com/office/drawing/2014/main" id="{0F8372A2-9CDD-4EFE-A91D-82C3D9C9A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>
            <a:extLst>
              <a:ext uri="{FF2B5EF4-FFF2-40B4-BE49-F238E27FC236}">
                <a16:creationId xmlns:a16="http://schemas.microsoft.com/office/drawing/2014/main" id="{AE0A7B7B-B94A-494F-8CCD-24FDE93768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ACB0FF-224E-476B-9786-09C8A17FF643}" type="slidenum">
              <a:rPr lang="pt-BR" altLang="pt-BR" sz="1300"/>
              <a:pPr eaLnBrk="1" hangingPunct="1"/>
              <a:t>123</a:t>
            </a:fld>
            <a:endParaRPr lang="pt-BR" altLang="pt-BR" sz="1300"/>
          </a:p>
        </p:txBody>
      </p:sp>
      <p:sp>
        <p:nvSpPr>
          <p:cNvPr id="271363" name="Rectangle 2">
            <a:extLst>
              <a:ext uri="{FF2B5EF4-FFF2-40B4-BE49-F238E27FC236}">
                <a16:creationId xmlns:a16="http://schemas.microsoft.com/office/drawing/2014/main" id="{48FF8778-1A5E-4183-A25B-5DA4D2F839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4" name="Rectangle 3">
            <a:extLst>
              <a:ext uri="{FF2B5EF4-FFF2-40B4-BE49-F238E27FC236}">
                <a16:creationId xmlns:a16="http://schemas.microsoft.com/office/drawing/2014/main" id="{2EC62F4F-AE0A-4324-9774-86F55712A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>
            <a:extLst>
              <a:ext uri="{FF2B5EF4-FFF2-40B4-BE49-F238E27FC236}">
                <a16:creationId xmlns:a16="http://schemas.microsoft.com/office/drawing/2014/main" id="{5949BFCC-F838-4AD8-8303-FDC098BC39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CFBB94-378B-433F-99A9-18526F99ED12}" type="slidenum">
              <a:rPr lang="pt-BR" altLang="pt-BR" sz="1300"/>
              <a:pPr eaLnBrk="1" hangingPunct="1"/>
              <a:t>124</a:t>
            </a:fld>
            <a:endParaRPr lang="pt-BR" altLang="pt-BR" sz="1300"/>
          </a:p>
        </p:txBody>
      </p:sp>
      <p:sp>
        <p:nvSpPr>
          <p:cNvPr id="275459" name="Rectangle 2">
            <a:extLst>
              <a:ext uri="{FF2B5EF4-FFF2-40B4-BE49-F238E27FC236}">
                <a16:creationId xmlns:a16="http://schemas.microsoft.com/office/drawing/2014/main" id="{0FCA64DE-5593-41F2-8E90-F3020FF86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>
            <a:extLst>
              <a:ext uri="{FF2B5EF4-FFF2-40B4-BE49-F238E27FC236}">
                <a16:creationId xmlns:a16="http://schemas.microsoft.com/office/drawing/2014/main" id="{770AFE8F-97AD-4A6C-B94C-B38279264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7">
            <a:extLst>
              <a:ext uri="{FF2B5EF4-FFF2-40B4-BE49-F238E27FC236}">
                <a16:creationId xmlns:a16="http://schemas.microsoft.com/office/drawing/2014/main" id="{F9AD73DE-BFEC-4701-BC44-DD0C364E07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D9BA1DA-651C-418D-9597-92B66726235E}" type="slidenum">
              <a:rPr lang="pt-BR" altLang="pt-BR" sz="1300"/>
              <a:pPr eaLnBrk="1" hangingPunct="1"/>
              <a:t>125</a:t>
            </a:fld>
            <a:endParaRPr lang="pt-BR" altLang="pt-BR" sz="1300"/>
          </a:p>
        </p:txBody>
      </p:sp>
      <p:sp>
        <p:nvSpPr>
          <p:cNvPr id="277507" name="Rectangle 2">
            <a:extLst>
              <a:ext uri="{FF2B5EF4-FFF2-40B4-BE49-F238E27FC236}">
                <a16:creationId xmlns:a16="http://schemas.microsoft.com/office/drawing/2014/main" id="{7CFD7593-5D25-4663-B82D-BB13A663F6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8" name="Rectangle 3">
            <a:extLst>
              <a:ext uri="{FF2B5EF4-FFF2-40B4-BE49-F238E27FC236}">
                <a16:creationId xmlns:a16="http://schemas.microsoft.com/office/drawing/2014/main" id="{6A9C35EC-2134-48BE-90E5-8B31CF84B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7">
            <a:extLst>
              <a:ext uri="{FF2B5EF4-FFF2-40B4-BE49-F238E27FC236}">
                <a16:creationId xmlns:a16="http://schemas.microsoft.com/office/drawing/2014/main" id="{90754B75-F075-4B80-AF11-8AAC64FE1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AF88B2-309F-4987-82D3-B3151229748A}" type="slidenum">
              <a:rPr lang="pt-BR" altLang="pt-BR" sz="1300"/>
              <a:pPr eaLnBrk="1" hangingPunct="1"/>
              <a:t>126</a:t>
            </a:fld>
            <a:endParaRPr lang="pt-BR" altLang="pt-BR" sz="1300"/>
          </a:p>
        </p:txBody>
      </p:sp>
      <p:sp>
        <p:nvSpPr>
          <p:cNvPr id="280579" name="Rectangle 2">
            <a:extLst>
              <a:ext uri="{FF2B5EF4-FFF2-40B4-BE49-F238E27FC236}">
                <a16:creationId xmlns:a16="http://schemas.microsoft.com/office/drawing/2014/main" id="{1F3668FD-D98F-4D0D-8395-A6E72EFF75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80" name="Rectangle 3">
            <a:extLst>
              <a:ext uri="{FF2B5EF4-FFF2-40B4-BE49-F238E27FC236}">
                <a16:creationId xmlns:a16="http://schemas.microsoft.com/office/drawing/2014/main" id="{C5C81755-CC54-4F5E-9891-AFBE93FE6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7">
            <a:extLst>
              <a:ext uri="{FF2B5EF4-FFF2-40B4-BE49-F238E27FC236}">
                <a16:creationId xmlns:a16="http://schemas.microsoft.com/office/drawing/2014/main" id="{9B2971A4-FB81-4B05-AF1D-715FB6045E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55E5B8-84A9-48CA-9F87-82637CCD55BB}" type="slidenum">
              <a:rPr lang="pt-BR" altLang="pt-BR" sz="1300"/>
              <a:pPr eaLnBrk="1" hangingPunct="1"/>
              <a:t>127</a:t>
            </a:fld>
            <a:endParaRPr lang="pt-BR" altLang="pt-BR" sz="1300"/>
          </a:p>
        </p:txBody>
      </p:sp>
      <p:sp>
        <p:nvSpPr>
          <p:cNvPr id="285699" name="Rectangle 2">
            <a:extLst>
              <a:ext uri="{FF2B5EF4-FFF2-40B4-BE49-F238E27FC236}">
                <a16:creationId xmlns:a16="http://schemas.microsoft.com/office/drawing/2014/main" id="{7E8DACFE-87BD-46FC-A516-CA0080C0A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700" name="Rectangle 3">
            <a:extLst>
              <a:ext uri="{FF2B5EF4-FFF2-40B4-BE49-F238E27FC236}">
                <a16:creationId xmlns:a16="http://schemas.microsoft.com/office/drawing/2014/main" id="{D5669261-4C17-4315-BDFC-0F2F096CD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7">
            <a:extLst>
              <a:ext uri="{FF2B5EF4-FFF2-40B4-BE49-F238E27FC236}">
                <a16:creationId xmlns:a16="http://schemas.microsoft.com/office/drawing/2014/main" id="{417238EC-8A03-4A31-A7AF-01783868B5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DB6099-F6D5-4349-970B-27DE2BEA916F}" type="slidenum">
              <a:rPr lang="pt-BR" altLang="pt-BR" sz="1300"/>
              <a:pPr eaLnBrk="1" hangingPunct="1"/>
              <a:t>128</a:t>
            </a:fld>
            <a:endParaRPr lang="pt-BR" altLang="pt-BR" sz="1300"/>
          </a:p>
        </p:txBody>
      </p:sp>
      <p:sp>
        <p:nvSpPr>
          <p:cNvPr id="287747" name="Rectangle 2">
            <a:extLst>
              <a:ext uri="{FF2B5EF4-FFF2-40B4-BE49-F238E27FC236}">
                <a16:creationId xmlns:a16="http://schemas.microsoft.com/office/drawing/2014/main" id="{132800C0-CE03-414F-9D46-DCF5062AF1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8" name="Rectangle 3">
            <a:extLst>
              <a:ext uri="{FF2B5EF4-FFF2-40B4-BE49-F238E27FC236}">
                <a16:creationId xmlns:a16="http://schemas.microsoft.com/office/drawing/2014/main" id="{C6489184-4712-44AD-A413-CC48767DB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130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64440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131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42461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132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07715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134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27914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136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46750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137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37699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85703488-6C05-476A-942F-41FAFB453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751C36-30B3-4641-8C1C-2A32972080A0}" type="slidenum">
              <a:rPr lang="pt-BR" altLang="pt-BR" sz="1300"/>
              <a:pPr eaLnBrk="1" hangingPunct="1"/>
              <a:t>141</a:t>
            </a:fld>
            <a:endParaRPr lang="pt-BR" altLang="pt-BR" sz="1300"/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A5E926FA-B3E0-4F32-A51A-FA7B0B40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D7EE9D1-537E-45AF-B6C7-DD6D8865A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91763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7">
            <a:extLst>
              <a:ext uri="{FF2B5EF4-FFF2-40B4-BE49-F238E27FC236}">
                <a16:creationId xmlns:a16="http://schemas.microsoft.com/office/drawing/2014/main" id="{90754B75-F075-4B80-AF11-8AAC64FE1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AF88B2-309F-4987-82D3-B3151229748A}" type="slidenum">
              <a:rPr lang="pt-BR" altLang="pt-BR" sz="1300"/>
              <a:pPr eaLnBrk="1" hangingPunct="1"/>
              <a:t>144</a:t>
            </a:fld>
            <a:endParaRPr lang="pt-BR" altLang="pt-BR" sz="1300"/>
          </a:p>
        </p:txBody>
      </p:sp>
      <p:sp>
        <p:nvSpPr>
          <p:cNvPr id="280579" name="Rectangle 2">
            <a:extLst>
              <a:ext uri="{FF2B5EF4-FFF2-40B4-BE49-F238E27FC236}">
                <a16:creationId xmlns:a16="http://schemas.microsoft.com/office/drawing/2014/main" id="{1F3668FD-D98F-4D0D-8395-A6E72EFF75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80" name="Rectangle 3">
            <a:extLst>
              <a:ext uri="{FF2B5EF4-FFF2-40B4-BE49-F238E27FC236}">
                <a16:creationId xmlns:a16="http://schemas.microsoft.com/office/drawing/2014/main" id="{C5C81755-CC54-4F5E-9891-AFBE93FE6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47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4EC9DA30-7E26-4A53-84EF-8B1246B77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4CF348D8-6A51-4C5C-B30E-8FEE3F1CF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69571B3-3B1C-478A-B552-3C5A4E32F2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DBAAF48-6EF2-4295-B5D8-B0B2C7E266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92385D0-9BC6-4A50-AB9C-58A0C1DD1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50C3C-B721-4C13-AD5B-4714F81079BF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3715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D9B1CA-10AA-4499-890A-821503600D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F4A43-90C3-4640-887F-50F473E6709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0395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304077-88B1-4F25-8614-D8B9010A5D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6FEDB-2268-4837-A3C0-2BEC9398940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948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11176-3A74-473F-A714-F908F43130C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B3667-4527-46B4-BCB4-887C7C40C61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1065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E4AC0-DA77-4EC0-92BC-D3955F4688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21D8A-80DC-4697-8463-279AAFC88C3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695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5CE9AD-4BC6-4EE1-9482-2EB39C3A80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47B4C-80AD-4B86-BA53-5E45E6C624C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6552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40315C6-D504-4C81-9EB6-F3F2CE031E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7911-E635-4C09-8CA7-6B72FFCD139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3887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0DB72D-D51C-45B1-A0EF-8B93E0A673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488E2-946E-4821-96DD-1A3E64C3EEE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47096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5E8CF4-8BCB-4980-B197-E172CCAF58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9E2E9-ED8E-4EF2-B956-C59B29A94BC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5907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F2CDDF-2A3A-4178-9D46-E2410B63BB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5198F-ABF7-4C5F-9AF6-7E89A1980EC4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85055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2A6A0A-BD8A-4675-BB53-32B7D60CA3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2AFA6-0E78-4808-B4FC-628A126207C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2163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5C44E7-56BC-46B0-B422-F17D12EE1D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ECB5D-4A83-46A1-9475-6629A45F012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15828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E83738-434E-411F-97BF-439C8709B1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C92E-243B-4E04-8B75-82062DCD091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2303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EB8A3E-CDD9-402C-940D-546BB3C589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651E8-0737-4CBE-A135-5222856F1EB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2507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" Target="../slides/slid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C26084-EA66-486F-BAF0-B832CD14E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B20EA1-0955-4629-A260-4B2A67A2F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3EC257FB-0B7D-4E84-B3E9-D3DE7C3BCC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93125" y="-123825"/>
            <a:ext cx="687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AF3455FB-44DF-47F8-B910-028E317CCC4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029" name="Freeform 7">
            <a:extLst>
              <a:ext uri="{FF2B5EF4-FFF2-40B4-BE49-F238E27FC236}">
                <a16:creationId xmlns:a16="http://schemas.microsoft.com/office/drawing/2014/main" id="{75C0DD76-C5D6-4B34-A1D9-3EE291E0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Line 8">
            <a:extLst>
              <a:ext uri="{FF2B5EF4-FFF2-40B4-BE49-F238E27FC236}">
                <a16:creationId xmlns:a16="http://schemas.microsoft.com/office/drawing/2014/main" id="{B53047F3-7B06-4B82-A874-09A56F124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9934F293-2963-4D0B-B356-EE10A16C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61113"/>
            <a:ext cx="5836854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ricardo.freitas@academico.emge.edu.br</a:t>
            </a:r>
          </a:p>
        </p:txBody>
      </p:sp>
      <p:pic>
        <p:nvPicPr>
          <p:cNvPr id="2" name="Imagem 3">
            <a:hlinkClick r:id="rId16" action="ppaction://hlinksldjump"/>
            <a:extLst>
              <a:ext uri="{FF2B5EF4-FFF2-40B4-BE49-F238E27FC236}">
                <a16:creationId xmlns:a16="http://schemas.microsoft.com/office/drawing/2014/main" id="{9DC49149-32D4-4296-AD04-E661D12E42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6172200"/>
            <a:ext cx="6302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1298" r:id="rId1"/>
    <p:sldLayoutId id="2147491285" r:id="rId2"/>
    <p:sldLayoutId id="2147491286" r:id="rId3"/>
    <p:sldLayoutId id="2147491287" r:id="rId4"/>
    <p:sldLayoutId id="2147491288" r:id="rId5"/>
    <p:sldLayoutId id="2147491289" r:id="rId6"/>
    <p:sldLayoutId id="2147491290" r:id="rId7"/>
    <p:sldLayoutId id="2147491291" r:id="rId8"/>
    <p:sldLayoutId id="2147491292" r:id="rId9"/>
    <p:sldLayoutId id="2147491293" r:id="rId10"/>
    <p:sldLayoutId id="2147491294" r:id="rId11"/>
    <p:sldLayoutId id="2147491295" r:id="rId12"/>
    <p:sldLayoutId id="2147491296" r:id="rId13"/>
    <p:sldLayoutId id="2147491297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emge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C406F5-F846-4626-AE78-4D35EAA154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Algoritmos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96DD0E8-394F-4541-AF26-74CC51CC96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3573463"/>
            <a:ext cx="6553200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ricardo.freitas@academico.emge.edu.br</a:t>
            </a:r>
            <a:endParaRPr lang="pt-BR" altLang="pt-BR" dirty="0"/>
          </a:p>
        </p:txBody>
      </p:sp>
      <p:pic>
        <p:nvPicPr>
          <p:cNvPr id="5124" name="Imagem 4">
            <a:extLst>
              <a:ext uri="{FF2B5EF4-FFF2-40B4-BE49-F238E27FC236}">
                <a16:creationId xmlns:a16="http://schemas.microsoft.com/office/drawing/2014/main" id="{1A8F8EDD-7E61-4147-BE5F-0E4DA924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3" y="4552950"/>
            <a:ext cx="1944687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04318-B008-4AFF-A306-5E17F8C76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BB1951-346F-4BFC-8D17-267B6A253580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A243980-2819-4438-BF2D-70C8BAAB5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Conteúdo 12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6EFDE431-B694-4350-AE0B-9F9A578F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Listas de Dados</a:t>
            </a:r>
          </a:p>
          <a:p>
            <a:pPr lvl="1" eaLnBrk="1" hangingPunct="1"/>
            <a:r>
              <a:rPr lang="pt-BR" altLang="pt-BR" dirty="0"/>
              <a:t>Estáticas: VETORES &amp; MATRIZES</a:t>
            </a:r>
          </a:p>
          <a:p>
            <a:pPr lvl="1" eaLnBrk="1" hangingPunct="1"/>
            <a:r>
              <a:rPr lang="pt-BR" altLang="pt-BR" dirty="0"/>
              <a:t>Dinâmicas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 dirty="0"/>
          </a:p>
          <a:p>
            <a:pPr eaLnBrk="1" hangingPunct="1"/>
            <a:r>
              <a:rPr lang="pt-BR" altLang="pt-BR" dirty="0"/>
              <a:t>Exercícios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85ED3-FE8B-4628-89E6-10241D24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912CD4-29A6-417C-B383-6900C3DB6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30725"/>
          </a:xfrm>
        </p:spPr>
        <p:txBody>
          <a:bodyPr/>
          <a:lstStyle/>
          <a:p>
            <a:r>
              <a:rPr lang="pt-BR" dirty="0"/>
              <a:t>Listas são estruturas para armazenar dados de forma linear:</a:t>
            </a:r>
          </a:p>
          <a:p>
            <a:endParaRPr lang="pt-BR" dirty="0"/>
          </a:p>
          <a:p>
            <a:pPr lvl="1"/>
            <a:r>
              <a:rPr lang="pt-BR" dirty="0"/>
              <a:t>Listas </a:t>
            </a:r>
            <a:r>
              <a:rPr lang="pt-BR" u="sng" dirty="0"/>
              <a:t>ESTÁTICAS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Tamanho fixo (</a:t>
            </a:r>
            <a:r>
              <a:rPr lang="pt-BR" b="1" dirty="0"/>
              <a:t>Vetores/Matrizes</a:t>
            </a:r>
            <a:r>
              <a:rPr lang="pt-BR" dirty="0"/>
              <a:t>);</a:t>
            </a:r>
          </a:p>
          <a:p>
            <a:pPr lvl="2"/>
            <a:r>
              <a:rPr lang="pt-BR" dirty="0"/>
              <a:t>Ordem determinada por um índice.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Listas </a:t>
            </a:r>
            <a:r>
              <a:rPr lang="pt-BR" u="sng" dirty="0"/>
              <a:t>DINÂMICAS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Tamanho variável;</a:t>
            </a:r>
          </a:p>
          <a:p>
            <a:pPr lvl="2"/>
            <a:r>
              <a:rPr lang="pt-BR" dirty="0"/>
              <a:t>Cresce/diminui dinamicamente.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016B41-D8B4-4F58-A162-1B120F8B0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2329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0D9C3E-C101-4379-BEB0-50E7E50D1D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5165F4-91C1-4E2F-A313-410C571DE99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D758969-6A30-4F7F-B0DA-913FBFF98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Problema Proposto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A273F99-B441-464F-9A59-0B0A96F4A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913" y="1628775"/>
            <a:ext cx="6324600" cy="4343400"/>
          </a:xfrm>
        </p:spPr>
        <p:txBody>
          <a:bodyPr/>
          <a:lstStyle/>
          <a:p>
            <a:pPr marL="0" indent="0" algn="ctr" eaLnBrk="1" hangingPunct="1">
              <a:spcAft>
                <a:spcPct val="40000"/>
              </a:spcAft>
              <a:buFont typeface="Wingdings" panose="05000000000000000000" pitchFamily="2" charset="2"/>
              <a:buNone/>
            </a:pPr>
            <a:r>
              <a:rPr lang="pt-BR" altLang="pt-BR" b="1" dirty="0">
                <a:solidFill>
                  <a:srgbClr val="0000FF"/>
                </a:solidFill>
                <a:cs typeface="Times New Roman" panose="02020603050405020304" pitchFamily="18" charset="0"/>
              </a:rPr>
              <a:t>Você foi solicitado a fazer um programa para apurar as eleições de um município com 10 candidatos a prefeito.</a:t>
            </a:r>
            <a:r>
              <a:rPr lang="pt-BR" altLang="pt-BR" b="1" dirty="0">
                <a:solidFill>
                  <a:srgbClr val="0000FF"/>
                </a:solidFill>
              </a:rPr>
              <a:t> </a:t>
            </a:r>
          </a:p>
          <a:p>
            <a:pPr marL="0" indent="0" algn="ctr" eaLnBrk="1" hangingPunct="1">
              <a:spcAft>
                <a:spcPct val="40000"/>
              </a:spcAft>
              <a:buFont typeface="Wingdings" panose="05000000000000000000" pitchFamily="2" charset="2"/>
              <a:buNone/>
            </a:pPr>
            <a:r>
              <a:rPr lang="pt-BR" altLang="pt-BR" dirty="0"/>
              <a:t>Com o que aprendemos até agora um programa que faz o que foi solicitado pode ser visto a seguir:</a:t>
            </a:r>
          </a:p>
          <a:p>
            <a:pPr marL="0" indent="0" eaLnBrk="1" hangingPunct="1">
              <a:spcAft>
                <a:spcPct val="40000"/>
              </a:spcAft>
            </a:pPr>
            <a:endParaRPr lang="pt-BR" altLang="pt-BR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629C69-7D08-4348-9226-857C31D73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5A29E6-42B4-47C3-8101-A9A1D1CCA0D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4911EB5-62DE-4569-8E4E-4F51C4918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Solução Proposta</a:t>
            </a:r>
            <a:r>
              <a:rPr lang="pt-BR" altLang="pt-BR" sz="2100" dirty="0"/>
              <a:t> (</a:t>
            </a:r>
            <a:r>
              <a:rPr lang="pt-BR" altLang="pt-BR" sz="2100" b="1" dirty="0"/>
              <a:t>3 candidatos</a:t>
            </a:r>
            <a:r>
              <a:rPr lang="pt-BR" altLang="pt-BR" sz="2100" dirty="0"/>
              <a:t>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E26207A-B5B7-4F88-8F3E-514F2E25C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43999" cy="4826000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Eleicao_3_Candidatos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voto,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cand1=0, cand2=0, cand3=0;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o seu voto (1 a 3):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voto =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== 1) cand1++;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2) cand2++;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3) cand3++;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!= 0);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1"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+cand1);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2"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+cand2);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3"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+cand3);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(cand1&gt;cand2 &amp;&amp; cand1&gt;cand3)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1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+cand1+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(cand2&gt;cand1 &amp;&amp; cand2&gt;cand3)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2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+cand2+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(cand3&gt;cand1 &amp;&amp; cand3&gt;cand2)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3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+cand3+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230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629C69-7D08-4348-9226-857C31D73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5A29E6-42B4-47C3-8101-A9A1D1CCA0D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4911EB5-62DE-4569-8E4E-4F51C4918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Solução Proposta</a:t>
            </a:r>
            <a:r>
              <a:rPr lang="pt-BR" altLang="pt-BR" sz="2100" dirty="0"/>
              <a:t> (</a:t>
            </a:r>
            <a:r>
              <a:rPr lang="pt-BR" altLang="pt-BR" sz="2100" b="1" dirty="0"/>
              <a:t>10 candidatos</a:t>
            </a:r>
            <a:r>
              <a:rPr lang="pt-BR" altLang="pt-BR" sz="2100" dirty="0"/>
              <a:t>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E26207A-B5B7-4F88-8F3E-514F2E25C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3280"/>
            <a:ext cx="9143999" cy="511403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Eleicao_10_Candidatos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cand1=0, cand2=0, cand3=0, cand4=0, cand5=0,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cand6=0, cand7=0, cand8=0, cand9=0, cand10=0;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o seu voto (1 a 10):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voto =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== 1) cand1++;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2) cand2++;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3) cand3++;</a:t>
            </a:r>
          </a:p>
          <a:p>
            <a:pPr marL="0" indent="0">
              <a:buNone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4) cand4++;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5) cand5++;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6) cand6++;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7) cand7++;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8) cand8++;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9) cand9++;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10) cand10++;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b="1" kern="12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!= 0);</a:t>
            </a:r>
          </a:p>
          <a:p>
            <a:pPr marL="0" indent="0">
              <a:buNone/>
            </a:pPr>
            <a:endParaRPr lang="pt-BR" sz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200" i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(continua...)</a:t>
            </a:r>
          </a:p>
        </p:txBody>
      </p:sp>
    </p:spTree>
    <p:extLst>
      <p:ext uri="{BB962C8B-B14F-4D97-AF65-F5344CB8AC3E}">
        <p14:creationId xmlns:p14="http://schemas.microsoft.com/office/powerpoint/2010/main" val="341204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629C69-7D08-4348-9226-857C31D73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5A29E6-42B4-47C3-8101-A9A1D1CCA0D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4911EB5-62DE-4569-8E4E-4F51C4918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Solução Proposta</a:t>
            </a:r>
            <a:r>
              <a:rPr lang="pt-BR" altLang="pt-BR" sz="2100" dirty="0"/>
              <a:t> (</a:t>
            </a:r>
            <a:r>
              <a:rPr lang="pt-BR" altLang="pt-BR" sz="2100" b="1" dirty="0"/>
              <a:t>10 candidatos</a:t>
            </a:r>
            <a:r>
              <a:rPr lang="pt-BR" altLang="pt-BR" sz="2100" dirty="0"/>
              <a:t>)</a:t>
            </a:r>
            <a:endParaRPr lang="pt-BR" altLang="pt-BR" dirty="0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E26207A-B5B7-4F88-8F3E-514F2E25C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43999" cy="5183782"/>
          </a:xfrm>
        </p:spPr>
        <p:txBody>
          <a:bodyPr/>
          <a:lstStyle/>
          <a:p>
            <a:pPr marL="0" indent="0">
              <a:buNone/>
            </a:pPr>
            <a:r>
              <a:rPr lang="pt-BR" sz="1200" i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(continuação...)</a:t>
            </a:r>
          </a:p>
          <a:p>
            <a:pPr marL="0" indent="0">
              <a:buNone/>
            </a:pPr>
            <a:endParaRPr lang="pt-BR" sz="1200" i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1"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+cand1);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2"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+cand2);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3"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+cand3);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4"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+cand4);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5"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+cand5);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6"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+cand6);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7"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+cand7);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8"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+cand8);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9"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+cand9);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"Votos do candidato 10"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+cand10);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(cand1&gt;cand2 &amp;&amp; cand1&gt;cand3 &amp;&amp; cand1&gt;cand4 &amp;&amp; cand1&gt;cand5 &amp;&amp; cand1&gt;cand6 &amp;&amp;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cand1&gt;cand7 &amp;&amp; cand1&gt;cand8 &amp;&amp; cand1&gt;cand9 &amp;&amp; cand1&gt;cand10)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1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+cand1+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(cand2&gt;cand1 &amp;&amp; cand2&gt;cand3 &amp;&amp; cand2&gt;cand4 &amp;&amp; cand2&gt;cand5 &amp;&amp; cand2&gt;cand6 &amp;&amp;   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cand2&gt;cand7 &amp;&amp; cand2&gt;cand8 &amp;&amp; cand2&gt;cand9 &amp;&amp; cand2&gt;cand10)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2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+cand2+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(cand3&gt;cand1 &amp;&amp; cand3&gt;cand2 &amp;&amp; cand3&gt;cand4 &amp;&amp; cand3&gt;cand5 &amp;&amp; cand3&gt;cand6 &amp;&amp;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cand3&gt;cand7 &amp;&amp; cand3&gt;cand8 &amp;&amp; cand3&gt;cand9 &amp;&amp; cand3&gt;cand10)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3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+cand3+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pt-BR" sz="1200" i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200" i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(continua...)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pt-BR" alt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12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629C69-7D08-4348-9226-857C31D73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5A29E6-42B4-47C3-8101-A9A1D1CCA0D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4911EB5-62DE-4569-8E4E-4F51C4918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Solução Proposta</a:t>
            </a:r>
            <a:r>
              <a:rPr lang="pt-BR" altLang="pt-BR" sz="2100" dirty="0"/>
              <a:t> (</a:t>
            </a:r>
            <a:r>
              <a:rPr lang="pt-BR" altLang="pt-BR" sz="2100" b="1" dirty="0"/>
              <a:t>10 candidatos</a:t>
            </a:r>
            <a:r>
              <a:rPr lang="pt-BR" altLang="pt-BR" sz="2100" dirty="0"/>
              <a:t>)</a:t>
            </a:r>
            <a:endParaRPr lang="pt-BR" altLang="pt-BR" dirty="0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E26207A-B5B7-4F88-8F3E-514F2E25C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08720"/>
            <a:ext cx="9143999" cy="4826000"/>
          </a:xfrm>
        </p:spPr>
        <p:txBody>
          <a:bodyPr/>
          <a:lstStyle/>
          <a:p>
            <a:pPr marL="0" indent="0">
              <a:buNone/>
            </a:pPr>
            <a:r>
              <a:rPr lang="pt-BR" sz="1200" i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(continuação...)</a:t>
            </a:r>
          </a:p>
          <a:p>
            <a:pPr marL="0" indent="0">
              <a:buNone/>
            </a:pPr>
            <a:endParaRPr lang="pt-BR" sz="1200" i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(cand4&gt;cand1 &amp;&amp; cand4&gt;cand2 &amp;&amp; cand4&gt;cand3 &amp;&amp; cand4&gt;cand5 &amp;&amp; cand2&gt;cand6 &amp;&amp;   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cand4&gt;cand7 &amp;&amp; cand4&gt;cand8 &amp;&amp; cand4&gt;cand9 &amp;&amp; cand4&gt;cand10)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4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+cand4+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(cand5&gt;cand1 &amp;&amp; cand5&gt;cand2 &amp;&amp; cand5&gt;cand3 &amp;&amp; cand5&gt;cand4 &amp;&amp; cand3&gt;cand6 &amp;&amp;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cand5&gt;cand7 &amp;&amp; cand5&gt;cand8 &amp;&amp; cand5&gt;cand9 &amp;&amp; cand5&gt;cand10)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5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+cand5+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(cand6&gt;cand1 &amp;&amp; cand6&gt;cand2 &amp;&amp; cand6&gt;cand3 &amp;&amp; cand6&gt;cand4 &amp;&amp; cand2&gt;cand5 &amp;&amp;   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cand6&gt;cand7 &amp;&amp; cand6&gt;cand8 &amp;&amp; cand6&gt;cand9 &amp;&amp; cand6&gt;cand10)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6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+cand6+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(cand7&gt;cand1 &amp;&amp; cand7&gt;cand2 &amp;&amp; cand7&gt;cand3 &amp;&amp; cand7&gt;cand4 &amp;&amp; cand3&gt;cand5 &amp;&amp;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cand7&gt;cand6 &amp;&amp; cand7&gt;cand8 &amp;&amp; cand7&gt;cand9 &amp;&amp; cand7&gt;cand10)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7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+cand7+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(cand8&gt;cand1 &amp;&amp; cand8&gt;cand2 &amp;&amp; cand8&gt;cand3 &amp;&amp; cand8&gt;cand4 &amp;&amp; cand2&gt;cand5 &amp;&amp;   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cand8&gt;cand6 &amp;&amp; cand8&gt;cand7 &amp;&amp; cand8&gt;cand9 &amp;&amp; cand8&gt;cand10)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8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+cand8+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(cand9&gt;cand1 &amp;&amp; cand9&gt;cand2 &amp;&amp; cand9&gt;cand3 &amp;&amp; cand9&gt;cand4 &amp;&amp; cand3&gt;cand5 &amp;&amp;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cand9&gt;cand6 &amp;&amp; cand9&gt;cand7 &amp;&amp; cand9&gt;cand8 &amp;&amp; cand9&gt;cand10)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9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+cand9+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else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(cand10&gt;cand1 &amp;&amp; cand10&gt;cand2 &amp;&amp; cand10&gt;cand3 &amp;&amp; cand10&gt;cand4 &amp;&amp; cand2&gt;cand5 &amp;&amp;   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cand10&gt;cand6 &amp;&amp; cand10&gt;cand7 &amp;&amp; cand10&gt;cand8 &amp;&amp; cand10&gt;cand9)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"Candidato 10 foi vencedor com 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+cand10+</a:t>
            </a:r>
            <a:r>
              <a:rPr 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votos."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6373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308A0D-9D60-4B52-8CFA-D0FE4B36D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432222-E8BA-4734-9F17-86D61E746EF2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E3CFBD2-6A0D-4D10-913E-71793B184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Nova Solução Proposta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85419D7E-D0B7-4EDD-A8BC-15182FCC4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00163" y="2365375"/>
            <a:ext cx="6364287" cy="2317750"/>
          </a:xfrm>
        </p:spPr>
        <p:txBody>
          <a:bodyPr/>
          <a:lstStyle/>
          <a:p>
            <a:pPr marL="0" indent="0" algn="ctr" eaLnBrk="1" hangingPunct="1">
              <a:spcAft>
                <a:spcPct val="40000"/>
              </a:spcAft>
              <a:buFont typeface="Wingdings" panose="05000000000000000000" pitchFamily="2" charset="2"/>
              <a:buNone/>
            </a:pPr>
            <a:r>
              <a:rPr lang="pt-BR" altLang="pt-BR" dirty="0"/>
              <a:t>Utilizando-se VETOR (</a:t>
            </a:r>
            <a:r>
              <a:rPr lang="pt-BR" altLang="pt-BR" b="1" dirty="0"/>
              <a:t>lista de dados estática</a:t>
            </a:r>
            <a:r>
              <a:rPr lang="pt-BR" altLang="pt-BR" dirty="0"/>
              <a:t>) podemos fazer um programa menor e mais eficiente, que gerará os mesmos resultados.</a:t>
            </a:r>
            <a:endParaRPr lang="pt-BR" altLang="pt-BR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629C69-7D08-4348-9226-857C31D73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5A29E6-42B4-47C3-8101-A9A1D1CCA0D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4911EB5-62DE-4569-8E4E-4F51C4918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Nova Solução Proposta</a:t>
            </a:r>
            <a:r>
              <a:rPr lang="pt-BR" altLang="pt-BR" sz="2100" dirty="0"/>
              <a:t> (</a:t>
            </a:r>
            <a:r>
              <a:rPr lang="pt-BR" altLang="pt-BR" sz="2100" b="1" dirty="0"/>
              <a:t>10 candidatos – Solução 1</a:t>
            </a:r>
            <a:r>
              <a:rPr lang="pt-BR" altLang="pt-BR" sz="2100" dirty="0"/>
              <a:t>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E26207A-B5B7-4F88-8F3E-514F2E25C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43999" cy="4826000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Eleicao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static void 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candmaior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quantmaior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[] = new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>
                <a:solidFill>
                  <a:srgbClr val="009900"/>
                </a:solidFill>
                <a:latin typeface="Courier New" panose="02070309020205020404" pitchFamily="49" charset="0"/>
              </a:rPr>
              <a:t>10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Scanner </a:t>
            </a:r>
            <a:r>
              <a:rPr lang="en-US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b="1" i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aux=0; aux&lt;</a:t>
            </a:r>
            <a:r>
              <a:rPr lang="en-US" sz="12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aux++)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[aux]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"Informe o seu voto (1 a </a:t>
            </a:r>
            <a:r>
              <a:rPr lang="pt-BR" altLang="pt-BR" sz="1200" b="1" dirty="0">
                <a:solidFill>
                  <a:srgbClr val="009900"/>
                </a:solidFill>
                <a:latin typeface="Courier New" panose="02070309020205020404" pitchFamily="49" charset="0"/>
              </a:rPr>
              <a:t>10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): "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</a:t>
            </a:r>
            <a:r>
              <a:rPr lang="pt-BR" altLang="pt-BR" sz="1200" b="1" dirty="0">
                <a:latin typeface="Courier New" panose="02070309020205020404" pitchFamily="49" charset="0"/>
              </a:rPr>
              <a:t>  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 = </a:t>
            </a:r>
            <a:r>
              <a:rPr lang="pt-BR" alt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&gt;= 1 &amp;&amp; voto &lt;= </a:t>
            </a:r>
            <a:r>
              <a:rPr lang="pt-BR" altLang="pt-BR" sz="12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latin typeface="Courier New" panose="02070309020205020404" pitchFamily="49" charset="0"/>
              </a:rPr>
              <a:t>        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[voto-1]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pt-BR" altLang="pt-BR" sz="12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!= 0);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aux=0; aux&lt;</a:t>
            </a:r>
            <a:r>
              <a:rPr lang="en-US" sz="12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aux++)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latin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"Votos do candidato "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+(aux+1)+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= "</a:t>
            </a:r>
            <a:r>
              <a:rPr lang="pt-BR" altLang="pt-BR" sz="1200" dirty="0">
                <a:latin typeface="Courier New" panose="02070309020205020404" pitchFamily="49" charset="0"/>
              </a:rPr>
              <a:t>+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12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 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||</a:t>
            </a:r>
            <a:r>
              <a:rPr lang="pt-BR" altLang="pt-BR" sz="1200" dirty="0">
                <a:latin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pt-BR" altLang="pt-BR" sz="12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quantmaior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candmaior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 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quantmaior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altLang="pt-BR" sz="1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latin typeface="Courier New" panose="02070309020205020404" pitchFamily="49" charset="0"/>
              </a:rPr>
              <a:t>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latin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"Candidato "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+(candmaior+1)+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 foi vencedor com "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+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candmaior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+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 votos."</a:t>
            </a:r>
            <a:r>
              <a:rPr lang="pt-BR" altLang="pt-BR" sz="12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77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629C69-7D08-4348-9226-857C31D73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5A29E6-42B4-47C3-8101-A9A1D1CCA0D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4911EB5-62DE-4569-8E4E-4F51C4918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Nova Solução Proposta</a:t>
            </a:r>
            <a:r>
              <a:rPr lang="pt-BR" altLang="pt-BR" sz="2100" dirty="0"/>
              <a:t> (</a:t>
            </a:r>
            <a:r>
              <a:rPr lang="pt-BR" altLang="pt-BR" sz="2100" b="1" dirty="0"/>
              <a:t>10 candidatos – Solução 2</a:t>
            </a:r>
            <a:r>
              <a:rPr lang="pt-BR" altLang="pt-BR" sz="2100" dirty="0"/>
              <a:t>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E26207A-B5B7-4F88-8F3E-514F2E25C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44000" cy="4826000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Eleicao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static void 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maxCand</a:t>
            </a:r>
            <a:r>
              <a:rPr lang="pt-BR" altLang="pt-BR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voto,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candMaior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quantMaior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[] = new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Scanner </a:t>
            </a:r>
            <a:r>
              <a:rPr lang="en-US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b="1" i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aux=0; aux&lt;</a:t>
            </a:r>
            <a:r>
              <a:rPr lang="en-US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maxCand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aux++)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[aux]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2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"Informe o seu voto (1 a "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+</a:t>
            </a:r>
            <a:r>
              <a:rPr lang="pt-BR" altLang="pt-BR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maxCand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+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"): "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</a:t>
            </a:r>
            <a:r>
              <a:rPr lang="pt-BR" altLang="pt-BR" sz="1200" b="1" dirty="0">
                <a:latin typeface="Courier New" panose="02070309020205020404" pitchFamily="49" charset="0"/>
              </a:rPr>
              <a:t>  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voto = </a:t>
            </a:r>
            <a:r>
              <a:rPr lang="pt-BR" alt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2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&gt;= 1 &amp;&amp; voto &lt;= </a:t>
            </a:r>
            <a:r>
              <a:rPr lang="pt-BR" altLang="pt-BR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maxCand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latin typeface="Courier New" panose="02070309020205020404" pitchFamily="49" charset="0"/>
              </a:rPr>
              <a:t>        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[voto-1]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pt-BR" altLang="pt-BR" sz="12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(voto != 0);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aux=0; aux&lt;</a:t>
            </a:r>
            <a:r>
              <a:rPr lang="en-US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maxCand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aux++)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latin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"Votos do candidato 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+(aux+1)+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= "</a:t>
            </a:r>
            <a:r>
              <a:rPr lang="pt-BR" altLang="pt-BR" sz="1200" dirty="0">
                <a:latin typeface="Courier New" panose="02070309020205020404" pitchFamily="49" charset="0"/>
              </a:rPr>
              <a:t>+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 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||</a:t>
            </a:r>
            <a:r>
              <a:rPr lang="pt-BR" altLang="pt-BR" sz="1200" dirty="0">
                <a:latin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 &gt; </a:t>
            </a:r>
            <a:r>
              <a:rPr lang="pt-BR" altLang="pt-BR" sz="12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quantMaior</a:t>
            </a:r>
            <a:r>
              <a:rPr lang="pt-BR" altLang="pt-BR" sz="12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altLang="pt-BR" sz="12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candmMaior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dirty="0">
                <a:latin typeface="Courier New" panose="02070309020205020404" pitchFamily="49" charset="0"/>
              </a:rPr>
              <a:t>      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quantMaior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altLang="pt-BR" sz="1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latin typeface="Courier New" panose="02070309020205020404" pitchFamily="49" charset="0"/>
              </a:rPr>
              <a:t>   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2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2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latin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"Candidato 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+(candmaior+1)+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foi vencedor com "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+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2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candMaior</a:t>
            </a:r>
            <a:r>
              <a:rPr lang="pt-BR" altLang="pt-BR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</a:rPr>
              <a:t>+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</a:rPr>
              <a:t>" votos."</a:t>
            </a:r>
            <a:r>
              <a:rPr lang="pt-BR" altLang="pt-BR" sz="12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2901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ESTÁTICAS</a:t>
            </a:r>
            <a:r>
              <a:rPr lang="pt-BR" dirty="0"/>
              <a:t> - </a:t>
            </a:r>
            <a:r>
              <a:rPr lang="pt-BR" altLang="pt-BR" dirty="0"/>
              <a:t>VETOR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Um </a:t>
            </a:r>
            <a:r>
              <a:rPr lang="pt-BR" altLang="pt-BR" sz="2000" b="1" dirty="0">
                <a:solidFill>
                  <a:srgbClr val="0000FF"/>
                </a:solidFill>
              </a:rPr>
              <a:t>VETOR</a:t>
            </a:r>
            <a:r>
              <a:rPr lang="pt-BR" altLang="pt-BR" sz="2000" dirty="0"/>
              <a:t> (arranjo ou </a:t>
            </a:r>
            <a:r>
              <a:rPr lang="pt-BR" altLang="pt-BR" sz="2000" i="1" dirty="0" err="1"/>
              <a:t>array</a:t>
            </a:r>
            <a:r>
              <a:rPr lang="pt-BR" altLang="pt-BR" sz="2000" dirty="0"/>
              <a:t>) é uma variável composta por várias posições, que são acessadas isoladamente através de um </a:t>
            </a:r>
            <a:r>
              <a:rPr lang="pt-BR" altLang="pt-BR" sz="2000" b="1" dirty="0">
                <a:solidFill>
                  <a:srgbClr val="0000FF"/>
                </a:solidFill>
              </a:rPr>
              <a:t>ÍNDICE</a:t>
            </a:r>
            <a:r>
              <a:rPr lang="pt-BR" altLang="pt-BR" sz="2000" b="1" dirty="0"/>
              <a:t>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Na realidade, cada uma destas posições é uma variável por si só, e portanto comporta-se exatamente como se fosse uma variável isolada;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Declaração genérica de um vetor:</a:t>
            </a: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rgbClr val="0000FF"/>
                </a:solidFill>
              </a:rPr>
              <a:t>TIPO NOME [ ];</a:t>
            </a:r>
          </a:p>
          <a:p>
            <a:pPr eaLnBrk="1" hangingPunct="1">
              <a:spcBef>
                <a:spcPts val="0"/>
              </a:spcBef>
            </a:pPr>
            <a:r>
              <a:rPr lang="pt-BR" altLang="pt-BR" sz="2000" dirty="0"/>
              <a:t>Dimensionamento de um vetor:</a:t>
            </a:r>
          </a:p>
          <a:p>
            <a:pPr lvl="1" eaLnBrk="1" hangingPunct="1">
              <a:spcBef>
                <a:spcPts val="600"/>
              </a:spcBef>
              <a:buNone/>
            </a:pPr>
            <a:r>
              <a:rPr lang="pt-BR" altLang="pt-BR" sz="2400" b="1" dirty="0">
                <a:solidFill>
                  <a:srgbClr val="0000FF"/>
                </a:solidFill>
              </a:rPr>
              <a:t>NOME = new TIPO[TAMANHO];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Declaração e dimensionamento de um vetor:</a:t>
            </a:r>
          </a:p>
          <a:p>
            <a:pPr lvl="1" eaLnBrk="1" hangingPunct="1">
              <a:buNone/>
            </a:pPr>
            <a:r>
              <a:rPr lang="pt-BR" altLang="pt-BR" sz="2400" b="1" dirty="0">
                <a:solidFill>
                  <a:srgbClr val="0000FF"/>
                </a:solidFill>
              </a:rPr>
              <a:t>TIPO NOME[ ] = new TIPO[TAMANHO];</a:t>
            </a:r>
          </a:p>
          <a:p>
            <a:pPr marL="982663" lvl="2" indent="-285750" eaLnBrk="1" hangingPunct="1"/>
            <a:r>
              <a:rPr lang="pt-BR" altLang="pt-BR" sz="1400" b="1" i="1" dirty="0">
                <a:solidFill>
                  <a:srgbClr val="FF0000"/>
                </a:solidFill>
              </a:rPr>
              <a:t>TIPO</a:t>
            </a:r>
            <a:r>
              <a:rPr lang="pt-BR" altLang="pt-BR" sz="1400" i="1" dirty="0">
                <a:solidFill>
                  <a:srgbClr val="FF0000"/>
                </a:solidFill>
              </a:rPr>
              <a:t> deve ser um tipo de dados do Java como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int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float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double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>
                <a:solidFill>
                  <a:srgbClr val="FF0000"/>
                </a:solidFill>
              </a:rPr>
              <a:t>char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String</a:t>
            </a:r>
            <a:r>
              <a:rPr lang="pt-BR" altLang="pt-BR" sz="1400" i="1" dirty="0">
                <a:solidFill>
                  <a:srgbClr val="FF0000"/>
                </a:solidFill>
              </a:rPr>
              <a:t>, etc.</a:t>
            </a:r>
          </a:p>
          <a:p>
            <a:pPr marL="982663" lvl="2" indent="-285750" eaLnBrk="1" hangingPunct="1"/>
            <a:r>
              <a:rPr lang="pt-BR" altLang="pt-BR" sz="1400" b="1" i="1" dirty="0">
                <a:solidFill>
                  <a:srgbClr val="FF0000"/>
                </a:solidFill>
              </a:rPr>
              <a:t>TAMANHO</a:t>
            </a:r>
            <a:r>
              <a:rPr lang="pt-BR" altLang="pt-BR" sz="1400" i="1" dirty="0">
                <a:solidFill>
                  <a:srgbClr val="FF0000"/>
                </a:solidFill>
              </a:rPr>
              <a:t> tem que ser uma constante inteira ou uma </a:t>
            </a:r>
            <a:r>
              <a:rPr lang="pt-BR" altLang="pt-BR" sz="1400" b="1" i="1" u="sng" dirty="0">
                <a:solidFill>
                  <a:srgbClr val="FF0000"/>
                </a:solidFill>
              </a:rPr>
              <a:t>variável do tipo 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504033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pt-BR" sz="2000" dirty="0"/>
              <a:t>Veja a declaração (e dimensionamento) de um vetor de 10 posições inteiras:</a:t>
            </a:r>
          </a:p>
          <a:p>
            <a:pPr lvl="1" eaLnBrk="1" hangingPunct="1">
              <a:buNone/>
              <a:defRPr/>
            </a:pP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VET[ ] = new </a:t>
            </a: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[10];</a:t>
            </a:r>
          </a:p>
          <a:p>
            <a:pPr eaLnBrk="1" hangingPunct="1"/>
            <a:r>
              <a:rPr lang="pt-BR" altLang="pt-BR" sz="2000" dirty="0"/>
              <a:t>Podemos visualizar um vetor como o mostrado no exemplo acima da seguinte forma: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VET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  0  1  2  3  4  5  6  7  8  9</a:t>
            </a:r>
          </a:p>
          <a:p>
            <a:pPr eaLnBrk="1" hangingPunct="1">
              <a:spcBef>
                <a:spcPts val="800"/>
              </a:spcBef>
              <a:buNone/>
            </a:pPr>
            <a:r>
              <a:rPr lang="pt-BR" altLang="pt-BR" sz="1050" b="1" i="1" dirty="0">
                <a:solidFill>
                  <a:srgbClr val="FF0000"/>
                </a:solidFill>
              </a:rPr>
              <a:t>	</a:t>
            </a:r>
            <a:r>
              <a:rPr lang="pt-BR" altLang="pt-BR" sz="1800" b="1" i="1" u="sng" dirty="0">
                <a:solidFill>
                  <a:srgbClr val="FF0000"/>
                </a:solidFill>
              </a:rPr>
              <a:t>Observe que em Java o índice inicial do vetor sempre será o zero (0).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pt-BR" sz="2000" dirty="0"/>
              <a:t>Veja a declaração, dimensionamento (automático) e inicialização de um vetor de 10 posições inteiras:</a:t>
            </a:r>
          </a:p>
          <a:p>
            <a:pPr lvl="1" eaLnBrk="1" hangingPunct="1">
              <a:buNone/>
              <a:defRPr/>
            </a:pP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VET[ ] = {1, 3, 5, 7, 9, 0, 2, 4, 6, 8};</a:t>
            </a:r>
          </a:p>
          <a:p>
            <a:pPr lvl="1" eaLnBrk="1" hangingPunct="1">
              <a:buNone/>
            </a:pPr>
            <a:endParaRPr lang="pt-BR" altLang="pt-BR" sz="900" b="1" dirty="0">
              <a:solidFill>
                <a:srgbClr val="0000FF"/>
              </a:solidFill>
            </a:endParaRP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VET</a:t>
            </a: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  0  1  2  3  4  5  6  7  8  9</a:t>
            </a:r>
          </a:p>
          <a:p>
            <a:pPr eaLnBrk="1" hangingPunct="1">
              <a:buNone/>
            </a:pPr>
            <a:endParaRPr lang="pt-BR" altLang="pt-BR" sz="2400" dirty="0">
              <a:solidFill>
                <a:srgbClr val="0000FF"/>
              </a:solidFill>
            </a:endParaRPr>
          </a:p>
        </p:txBody>
      </p:sp>
      <p:grpSp>
        <p:nvGrpSpPr>
          <p:cNvPr id="16389" name="Group 4">
            <a:extLst>
              <a:ext uri="{FF2B5EF4-FFF2-40B4-BE49-F238E27FC236}">
                <a16:creationId xmlns:a16="http://schemas.microsoft.com/office/drawing/2014/main" id="{7F1267F1-BB39-46B6-9768-5FA232B1A209}"/>
              </a:ext>
            </a:extLst>
          </p:cNvPr>
          <p:cNvGrpSpPr>
            <a:grpSpLocks/>
          </p:cNvGrpSpPr>
          <p:nvPr/>
        </p:nvGrpSpPr>
        <p:grpSpPr bwMode="auto">
          <a:xfrm>
            <a:off x="1619672" y="2996952"/>
            <a:ext cx="2819400" cy="304800"/>
            <a:chOff x="2016" y="4320"/>
            <a:chExt cx="2880" cy="288"/>
          </a:xfrm>
        </p:grpSpPr>
        <p:sp>
          <p:nvSpPr>
            <p:cNvPr id="16393" name="Rectangle 5">
              <a:extLst>
                <a:ext uri="{FF2B5EF4-FFF2-40B4-BE49-F238E27FC236}">
                  <a16:creationId xmlns:a16="http://schemas.microsoft.com/office/drawing/2014/main" id="{2C1FF584-F10F-488B-B81E-506C71540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endParaRPr lang="pt-BR" altLang="pt-BR" dirty="0"/>
            </a:p>
          </p:txBody>
        </p:sp>
        <p:sp>
          <p:nvSpPr>
            <p:cNvPr id="16394" name="Rectangle 6">
              <a:extLst>
                <a:ext uri="{FF2B5EF4-FFF2-40B4-BE49-F238E27FC236}">
                  <a16:creationId xmlns:a16="http://schemas.microsoft.com/office/drawing/2014/main" id="{48348BEF-5AEB-4C68-8998-D0173D895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395" name="Rectangle 7">
              <a:extLst>
                <a:ext uri="{FF2B5EF4-FFF2-40B4-BE49-F238E27FC236}">
                  <a16:creationId xmlns:a16="http://schemas.microsoft.com/office/drawing/2014/main" id="{6EF89BE5-0855-4BB9-AE40-0FDFFE465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396" name="Rectangle 8">
              <a:extLst>
                <a:ext uri="{FF2B5EF4-FFF2-40B4-BE49-F238E27FC236}">
                  <a16:creationId xmlns:a16="http://schemas.microsoft.com/office/drawing/2014/main" id="{FBD4A33F-152D-4D86-82D4-D3B162A38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397" name="Rectangle 9">
              <a:extLst>
                <a:ext uri="{FF2B5EF4-FFF2-40B4-BE49-F238E27FC236}">
                  <a16:creationId xmlns:a16="http://schemas.microsoft.com/office/drawing/2014/main" id="{F4496069-213E-428D-9E01-7CA24A49F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398" name="Rectangle 10">
              <a:extLst>
                <a:ext uri="{FF2B5EF4-FFF2-40B4-BE49-F238E27FC236}">
                  <a16:creationId xmlns:a16="http://schemas.microsoft.com/office/drawing/2014/main" id="{990D23FE-2BCA-4DE6-867A-D4ADBD937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399" name="Rectangle 11">
              <a:extLst>
                <a:ext uri="{FF2B5EF4-FFF2-40B4-BE49-F238E27FC236}">
                  <a16:creationId xmlns:a16="http://schemas.microsoft.com/office/drawing/2014/main" id="{4AB36188-9DCA-4657-9FDB-7857B3367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400" name="Rectangle 12">
              <a:extLst>
                <a:ext uri="{FF2B5EF4-FFF2-40B4-BE49-F238E27FC236}">
                  <a16:creationId xmlns:a16="http://schemas.microsoft.com/office/drawing/2014/main" id="{383D34B7-BA7B-44C4-9374-A882613B0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401" name="Rectangle 13">
              <a:extLst>
                <a:ext uri="{FF2B5EF4-FFF2-40B4-BE49-F238E27FC236}">
                  <a16:creationId xmlns:a16="http://schemas.microsoft.com/office/drawing/2014/main" id="{CE5ADB84-1352-4A3B-888A-63B7260EF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6402" name="Rectangle 14">
              <a:extLst>
                <a:ext uri="{FF2B5EF4-FFF2-40B4-BE49-F238E27FC236}">
                  <a16:creationId xmlns:a16="http://schemas.microsoft.com/office/drawing/2014/main" id="{5DE372B8-98E7-4E8B-A0E6-977AE4E69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</p:grpSp>
      <p:sp>
        <p:nvSpPr>
          <p:cNvPr id="19" name="Right Arrow 2">
            <a:extLst>
              <a:ext uri="{FF2B5EF4-FFF2-40B4-BE49-F238E27FC236}">
                <a16:creationId xmlns:a16="http://schemas.microsoft.com/office/drawing/2014/main" id="{0753F6D1-40FD-4891-9376-6B2E8FE8701A}"/>
              </a:ext>
            </a:extLst>
          </p:cNvPr>
          <p:cNvSpPr/>
          <p:nvPr/>
        </p:nvSpPr>
        <p:spPr bwMode="auto">
          <a:xfrm flipH="1">
            <a:off x="4572000" y="3139752"/>
            <a:ext cx="1260690" cy="64928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pt-BR" b="1" dirty="0">
                <a:latin typeface="Arial" charset="0"/>
              </a:rPr>
              <a:t>  Índice</a:t>
            </a: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8AE7EB17-4218-4072-88BE-E2B04A359626}"/>
              </a:ext>
            </a:extLst>
          </p:cNvPr>
          <p:cNvGrpSpPr>
            <a:grpSpLocks/>
          </p:cNvGrpSpPr>
          <p:nvPr/>
        </p:nvGrpSpPr>
        <p:grpSpPr bwMode="auto">
          <a:xfrm>
            <a:off x="1619672" y="5356448"/>
            <a:ext cx="2819400" cy="304800"/>
            <a:chOff x="2016" y="4320"/>
            <a:chExt cx="2880" cy="288"/>
          </a:xfrm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877B644E-8F5D-40AD-A1E8-3F56D2B62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1</a:t>
              </a:r>
            </a:p>
          </p:txBody>
        </p:sp>
        <p:sp>
          <p:nvSpPr>
            <p:cNvPr id="22" name="Rectangle 6">
              <a:extLst>
                <a:ext uri="{FF2B5EF4-FFF2-40B4-BE49-F238E27FC236}">
                  <a16:creationId xmlns:a16="http://schemas.microsoft.com/office/drawing/2014/main" id="{4EF23378-13E6-4A7A-A24B-F3876D3C0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3</a:t>
              </a: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E39838B4-0747-487A-A1FC-B11B47186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5</a:t>
              </a:r>
            </a:p>
          </p:txBody>
        </p:sp>
        <p:sp>
          <p:nvSpPr>
            <p:cNvPr id="24" name="Rectangle 8">
              <a:extLst>
                <a:ext uri="{FF2B5EF4-FFF2-40B4-BE49-F238E27FC236}">
                  <a16:creationId xmlns:a16="http://schemas.microsoft.com/office/drawing/2014/main" id="{DD96810C-A453-4279-B299-79CFB8ED5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7</a:t>
              </a: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16C4F150-0AF0-48D1-847A-528F12804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9</a:t>
              </a: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20936FA0-3F4C-4D41-BDB8-8CBA12B7A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4320"/>
              <a:ext cx="576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0</a:t>
              </a:r>
            </a:p>
          </p:txBody>
        </p:sp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id="{1C45DC7C-C3A9-49BB-8D99-105D9904A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2</a:t>
              </a:r>
            </a:p>
          </p:txBody>
        </p:sp>
        <p:sp>
          <p:nvSpPr>
            <p:cNvPr id="28" name="Rectangle 12">
              <a:extLst>
                <a:ext uri="{FF2B5EF4-FFF2-40B4-BE49-F238E27FC236}">
                  <a16:creationId xmlns:a16="http://schemas.microsoft.com/office/drawing/2014/main" id="{CE45B878-58E1-4F02-8791-8B11C99E8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4</a:t>
              </a:r>
            </a:p>
          </p:txBody>
        </p:sp>
        <p:sp>
          <p:nvSpPr>
            <p:cNvPr id="29" name="Rectangle 13">
              <a:extLst>
                <a:ext uri="{FF2B5EF4-FFF2-40B4-BE49-F238E27FC236}">
                  <a16:creationId xmlns:a16="http://schemas.microsoft.com/office/drawing/2014/main" id="{B46ECE60-3CDE-448C-824C-9E0BA5650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6</a:t>
              </a:r>
            </a:p>
          </p:txBody>
        </p:sp>
        <p:sp>
          <p:nvSpPr>
            <p:cNvPr id="30" name="Rectangle 14">
              <a:extLst>
                <a:ext uri="{FF2B5EF4-FFF2-40B4-BE49-F238E27FC236}">
                  <a16:creationId xmlns:a16="http://schemas.microsoft.com/office/drawing/2014/main" id="{FDEF1B50-F6AE-45CF-9DCE-7B52C02EE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432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altLang="pt-BR" sz="1600" dirty="0"/>
                <a:t>8</a:t>
              </a:r>
            </a:p>
          </p:txBody>
        </p:sp>
      </p:grpSp>
      <p:sp>
        <p:nvSpPr>
          <p:cNvPr id="31" name="Right Arrow 2">
            <a:extLst>
              <a:ext uri="{FF2B5EF4-FFF2-40B4-BE49-F238E27FC236}">
                <a16:creationId xmlns:a16="http://schemas.microsoft.com/office/drawing/2014/main" id="{881F491A-0931-4AFC-8055-B89C6308F59F}"/>
              </a:ext>
            </a:extLst>
          </p:cNvPr>
          <p:cNvSpPr/>
          <p:nvPr/>
        </p:nvSpPr>
        <p:spPr bwMode="auto">
          <a:xfrm flipH="1">
            <a:off x="4577474" y="5157192"/>
            <a:ext cx="1650710" cy="64928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pt-BR" b="1" dirty="0">
                <a:latin typeface="Arial" charset="0"/>
              </a:rPr>
              <a:t> Conteúdo</a:t>
            </a: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69C13AA0-BFF4-4890-927D-47E7F190C0C8}"/>
              </a:ext>
            </a:extLst>
          </p:cNvPr>
          <p:cNvSpPr/>
          <p:nvPr/>
        </p:nvSpPr>
        <p:spPr bwMode="auto">
          <a:xfrm rot="2325586">
            <a:off x="248880" y="3200502"/>
            <a:ext cx="820393" cy="440406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68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">
            <a:extLst>
              <a:ext uri="{FF2B5EF4-FFF2-40B4-BE49-F238E27FC236}">
                <a16:creationId xmlns:a16="http://schemas.microsoft.com/office/drawing/2014/main" id="{7D9821AD-51F6-455C-8F4F-96A1C6433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A8CBFEB-E4E9-416E-8CC9-8397BB0F2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Acesso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F34055A-7D7E-4BAC-9CE0-BE5076BC0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752"/>
            <a:ext cx="8362950" cy="511234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1200"/>
              </a:spcBef>
            </a:pPr>
            <a:r>
              <a:rPr lang="pt-BR" altLang="pt-BR" sz="2000" dirty="0"/>
              <a:t>Para acessar de dentro do programa cada uma das posições do vetor </a:t>
            </a:r>
            <a:r>
              <a:rPr lang="pt-BR" altLang="pt-BR" sz="2000" b="1" dirty="0"/>
              <a:t>VET</a:t>
            </a:r>
            <a:r>
              <a:rPr lang="pt-BR" altLang="pt-BR" sz="2000" dirty="0"/>
              <a:t>, simplesmente explicitamos o índice (ou a posição) desejado do vetor:</a:t>
            </a:r>
          </a:p>
          <a:p>
            <a:pPr eaLnBrk="1" hangingPunct="1">
              <a:lnSpc>
                <a:spcPct val="80000"/>
              </a:lnSpc>
              <a:spcBef>
                <a:spcPts val="1200"/>
              </a:spcBef>
            </a:pPr>
            <a:endParaRPr lang="pt-BR" altLang="pt-BR" sz="1700" dirty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spcBef>
                <a:spcPct val="100000"/>
              </a:spcBef>
              <a:buFont typeface="Wingdings" panose="05000000000000000000" pitchFamily="2" charset="2"/>
              <a:buNone/>
            </a:pPr>
            <a:endParaRPr lang="pt-BR" altLang="pt-BR" sz="2400" dirty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spcBef>
                <a:spcPct val="100000"/>
              </a:spcBef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VET[0] = 1; 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VET[1] = 4;  	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VET[2] = 3; 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VET[3] = VET[2] + 2;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VET[4] = VET[0] + VET[1] + VET[2];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VET[10] = </a:t>
            </a:r>
            <a:r>
              <a:rPr lang="pt-BR" altLang="pt-BR" sz="1700" dirty="0" err="1">
                <a:latin typeface="Courier New" panose="02070309020205020404" pitchFamily="49" charset="0"/>
              </a:rPr>
              <a:t>Math.sqrt</a:t>
            </a:r>
            <a:r>
              <a:rPr lang="pt-BR" altLang="pt-BR" sz="1700" dirty="0">
                <a:latin typeface="Courier New" panose="02070309020205020404" pitchFamily="49" charset="0"/>
              </a:rPr>
              <a:t>(VET[4]);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endParaRPr lang="pt-BR" altLang="pt-BR" sz="1100" dirty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8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8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8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valor qualquer: 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VET[9] = </a:t>
            </a:r>
            <a:r>
              <a:rPr lang="pt-BR" altLang="pt-BR" sz="1700" dirty="0" err="1">
                <a:latin typeface="Courier New" panose="02070309020205020404" pitchFamily="49" charset="0"/>
              </a:rPr>
              <a:t>teclado.nextInt</a:t>
            </a:r>
            <a:r>
              <a:rPr lang="pt-BR" altLang="pt-BR" sz="1700" dirty="0">
                <a:latin typeface="Courier New" panose="02070309020205020404" pitchFamily="49" charset="0"/>
              </a:rPr>
              <a:t>();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endParaRPr lang="pt-BR" altLang="pt-BR" sz="1100" dirty="0">
              <a:latin typeface="Courier New" panose="02070309020205020404" pitchFamily="49" charset="0"/>
            </a:endParaRPr>
          </a:p>
        </p:txBody>
      </p:sp>
      <p:sp>
        <p:nvSpPr>
          <p:cNvPr id="3" name="Sinal de Multiplicação 2">
            <a:extLst>
              <a:ext uri="{FF2B5EF4-FFF2-40B4-BE49-F238E27FC236}">
                <a16:creationId xmlns:a16="http://schemas.microsoft.com/office/drawing/2014/main" id="{15821D81-82DD-4877-821A-E2959033F8FC}"/>
              </a:ext>
            </a:extLst>
          </p:cNvPr>
          <p:cNvSpPr/>
          <p:nvPr/>
        </p:nvSpPr>
        <p:spPr bwMode="auto">
          <a:xfrm>
            <a:off x="251520" y="4656090"/>
            <a:ext cx="2098006" cy="573110"/>
          </a:xfrm>
          <a:prstGeom prst="mathMultiply">
            <a:avLst>
              <a:gd name="adj1" fmla="val 10264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sp>
        <p:nvSpPr>
          <p:cNvPr id="5" name="Seta: Curva para Baixo 4">
            <a:extLst>
              <a:ext uri="{FF2B5EF4-FFF2-40B4-BE49-F238E27FC236}">
                <a16:creationId xmlns:a16="http://schemas.microsoft.com/office/drawing/2014/main" id="{752D3805-3163-4059-ABF0-874EBFD32193}"/>
              </a:ext>
            </a:extLst>
          </p:cNvPr>
          <p:cNvSpPr/>
          <p:nvPr/>
        </p:nvSpPr>
        <p:spPr bwMode="auto">
          <a:xfrm rot="151699">
            <a:off x="1976777" y="2567542"/>
            <a:ext cx="3400415" cy="73152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Seta: Curva para Baixo 22">
            <a:extLst>
              <a:ext uri="{FF2B5EF4-FFF2-40B4-BE49-F238E27FC236}">
                <a16:creationId xmlns:a16="http://schemas.microsoft.com/office/drawing/2014/main" id="{476DFB0A-BF8E-4DD7-B4AD-AA8A57910F3E}"/>
              </a:ext>
            </a:extLst>
          </p:cNvPr>
          <p:cNvSpPr/>
          <p:nvPr/>
        </p:nvSpPr>
        <p:spPr bwMode="auto">
          <a:xfrm rot="21418160">
            <a:off x="1965616" y="2695609"/>
            <a:ext cx="3619189" cy="73152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Seta: Curva para Baixo 23">
            <a:extLst>
              <a:ext uri="{FF2B5EF4-FFF2-40B4-BE49-F238E27FC236}">
                <a16:creationId xmlns:a16="http://schemas.microsoft.com/office/drawing/2014/main" id="{01FB263D-1258-4F82-AD91-59C2D889D4F6}"/>
              </a:ext>
            </a:extLst>
          </p:cNvPr>
          <p:cNvSpPr/>
          <p:nvPr/>
        </p:nvSpPr>
        <p:spPr bwMode="auto">
          <a:xfrm rot="21206826">
            <a:off x="1942788" y="2834027"/>
            <a:ext cx="3912598" cy="73152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Seta: Curva para Baixo 24">
            <a:extLst>
              <a:ext uri="{FF2B5EF4-FFF2-40B4-BE49-F238E27FC236}">
                <a16:creationId xmlns:a16="http://schemas.microsoft.com/office/drawing/2014/main" id="{1D22543D-0182-49E6-9A4F-74FD098CCDB5}"/>
              </a:ext>
            </a:extLst>
          </p:cNvPr>
          <p:cNvSpPr/>
          <p:nvPr/>
        </p:nvSpPr>
        <p:spPr bwMode="auto">
          <a:xfrm rot="20956121">
            <a:off x="1877019" y="2998211"/>
            <a:ext cx="4318121" cy="73152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Seta: Curva para Baixo 25">
            <a:extLst>
              <a:ext uri="{FF2B5EF4-FFF2-40B4-BE49-F238E27FC236}">
                <a16:creationId xmlns:a16="http://schemas.microsoft.com/office/drawing/2014/main" id="{93E0B247-68EF-4B96-A5DF-5AAE9C35B495}"/>
              </a:ext>
            </a:extLst>
          </p:cNvPr>
          <p:cNvSpPr/>
          <p:nvPr/>
        </p:nvSpPr>
        <p:spPr bwMode="auto">
          <a:xfrm rot="20692913">
            <a:off x="1793715" y="3186508"/>
            <a:ext cx="4629639" cy="73152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4EEDC0-673B-4138-943C-F3AF7818BACA}"/>
              </a:ext>
            </a:extLst>
          </p:cNvPr>
          <p:cNvSpPr txBox="1"/>
          <p:nvPr/>
        </p:nvSpPr>
        <p:spPr>
          <a:xfrm>
            <a:off x="3903906" y="3391953"/>
            <a:ext cx="4685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VET</a:t>
            </a: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</a:t>
            </a:r>
            <a:r>
              <a:rPr lang="pt-BR" altLang="pt-BR" sz="1800" b="1" dirty="0">
                <a:solidFill>
                  <a:srgbClr val="0000FF"/>
                </a:solidFill>
              </a:rPr>
              <a:t>  </a:t>
            </a:r>
            <a:r>
              <a:rPr lang="pt-BR" altLang="pt-BR" sz="2000" b="1" dirty="0">
                <a:solidFill>
                  <a:srgbClr val="0000FF"/>
                </a:solidFill>
              </a:rPr>
              <a:t>0</a:t>
            </a:r>
            <a:r>
              <a:rPr lang="pt-BR" altLang="pt-BR" sz="1200" b="1" dirty="0">
                <a:solidFill>
                  <a:srgbClr val="0000FF"/>
                </a:solidFill>
              </a:rPr>
              <a:t> </a:t>
            </a:r>
            <a:r>
              <a:rPr lang="pt-BR" altLang="pt-BR" b="1" dirty="0">
                <a:solidFill>
                  <a:srgbClr val="0000FF"/>
                </a:solidFill>
              </a:rPr>
              <a:t> </a:t>
            </a:r>
            <a:r>
              <a:rPr lang="pt-BR" altLang="pt-BR" sz="2000" b="1" dirty="0">
                <a:solidFill>
                  <a:srgbClr val="0000FF"/>
                </a:solidFill>
              </a:rPr>
              <a:t>1  2  3</a:t>
            </a:r>
            <a:r>
              <a:rPr lang="pt-BR" altLang="pt-BR" sz="1600" b="1" dirty="0">
                <a:solidFill>
                  <a:srgbClr val="0000FF"/>
                </a:solidFill>
              </a:rPr>
              <a:t>  </a:t>
            </a:r>
            <a:r>
              <a:rPr lang="pt-BR" altLang="pt-BR" sz="2000" b="1" dirty="0">
                <a:solidFill>
                  <a:srgbClr val="0000FF"/>
                </a:solidFill>
              </a:rPr>
              <a:t>4  5</a:t>
            </a:r>
            <a:r>
              <a:rPr lang="pt-BR" altLang="pt-BR" sz="1600" b="1" dirty="0">
                <a:solidFill>
                  <a:srgbClr val="0000FF"/>
                </a:solidFill>
              </a:rPr>
              <a:t>  </a:t>
            </a:r>
            <a:r>
              <a:rPr lang="pt-BR" altLang="pt-BR" sz="2000" b="1" dirty="0">
                <a:solidFill>
                  <a:srgbClr val="0000FF"/>
                </a:solidFill>
              </a:rPr>
              <a:t>6</a:t>
            </a:r>
            <a:r>
              <a:rPr lang="pt-BR" altLang="pt-BR" sz="1400" b="1" dirty="0">
                <a:solidFill>
                  <a:srgbClr val="0000FF"/>
                </a:solidFill>
              </a:rPr>
              <a:t> </a:t>
            </a:r>
            <a:r>
              <a:rPr lang="pt-BR" altLang="pt-BR" b="1" dirty="0">
                <a:solidFill>
                  <a:srgbClr val="0000FF"/>
                </a:solidFill>
              </a:rPr>
              <a:t> </a:t>
            </a:r>
            <a:r>
              <a:rPr lang="pt-BR" altLang="pt-BR" sz="2000" b="1" dirty="0">
                <a:solidFill>
                  <a:srgbClr val="0000FF"/>
                </a:solidFill>
              </a:rPr>
              <a:t>7  8  9</a:t>
            </a:r>
          </a:p>
          <a:p>
            <a:endParaRPr lang="pt-BR" dirty="0"/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ACE77DF9-3621-4B2A-A74A-21BC3B64D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3A6232A8-D1E2-443E-9D4D-1E8EAD88D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B481D394-3D1A-469F-8B10-640934BDC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FC27D7AF-2860-4AE0-9DAA-24608745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020CD5AA-E71B-4D86-8B09-59A21DC03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4AC49F0E-1B90-4D8B-9F0D-64E022F94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33" name="Rectangle 10">
            <a:extLst>
              <a:ext uri="{FF2B5EF4-FFF2-40B4-BE49-F238E27FC236}">
                <a16:creationId xmlns:a16="http://schemas.microsoft.com/office/drawing/2014/main" id="{D36FABFF-2DCF-4D06-8510-27F9DE6B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CC539B50-5D82-4DD6-83CA-528D3BE9D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35" name="Rectangle 10">
            <a:extLst>
              <a:ext uri="{FF2B5EF4-FFF2-40B4-BE49-F238E27FC236}">
                <a16:creationId xmlns:a16="http://schemas.microsoft.com/office/drawing/2014/main" id="{19A2A274-0103-47E6-9BCA-7BF703564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000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endParaRPr lang="pt-BR" altLang="pt-BR" sz="16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D10AE6E-2A5E-465D-80A6-F1E165417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096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600" dirty="0"/>
              <a:t>1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3161D2A-34CB-4A93-9073-491AC5E60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036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600" dirty="0"/>
              <a:t>4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6E8F054-511F-4970-933B-1A70C3F75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76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600" dirty="0"/>
              <a:t>3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3DB0E46-A9CA-4C02-AE1B-295CB0BE9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7916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600" dirty="0"/>
              <a:t>5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4387C83-FE74-4146-AA4D-12D339916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788" y="3420000"/>
            <a:ext cx="28194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6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673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3" grpId="0" animBg="1"/>
      <p:bldP spid="24" grpId="0" animBg="1"/>
      <p:bldP spid="25" grpId="0" animBg="1"/>
      <p:bldP spid="2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C0C8E8-35BB-48BB-9F7C-22967064D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BC1650-1768-409B-9372-EDFDCB49378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14DCCFB-E467-434B-91C5-4AA73561D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</a:t>
            </a:r>
            <a:r>
              <a:rPr lang="pt-BR" dirty="0"/>
              <a:t> - Atribuição</a:t>
            </a:r>
            <a:endParaRPr lang="pt-BR" altLang="pt-BR" dirty="0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A97C4C-08AE-4F4C-B3C2-86BE44B73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178800" cy="4972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pt-BR" altLang="pt-BR" sz="2000" dirty="0"/>
              <a:t>Aparentemente, nada ganhamos com este tipo de variável, mas a grande diferença é que cada posição de um vetor pode ser acessada por um índice que também é uma variável. Ou seja, podemos ganhar muito simplesmente fazendo variar um índice AUX (inteiro), de forma que o índice esteja dentro dos limites declarados para o vetor. No exemplo abaixo variá-lo de 0 a 9. 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pt-BR" altLang="pt-BR" sz="900" dirty="0"/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VET[]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24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[10];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400" dirty="0">
                <a:latin typeface="Courier New" panose="02070309020205020404" pitchFamily="49" charset="0"/>
              </a:rPr>
              <a:t>= </a:t>
            </a:r>
            <a:r>
              <a:rPr lang="pt-BR" altLang="pt-BR" sz="2400" b="1" dirty="0">
                <a:latin typeface="Courier New" panose="02070309020205020404" pitchFamily="49" charset="0"/>
              </a:rPr>
              <a:t>0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 &lt; </a:t>
            </a:r>
            <a:r>
              <a:rPr lang="pt-BR" altLang="pt-BR" sz="2400" b="1" dirty="0">
                <a:latin typeface="Courier New" panose="02070309020205020404" pitchFamily="49" charset="0"/>
              </a:rPr>
              <a:t>10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++)  </a:t>
            </a:r>
            <a:endParaRPr lang="pt-BR" altLang="pt-BR" sz="2400" i="1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   VET[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] =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400" dirty="0">
                <a:latin typeface="Courier New" panose="02070309020205020404" pitchFamily="49" charset="0"/>
              </a:rPr>
              <a:t>*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2 +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1;</a:t>
            </a:r>
          </a:p>
        </p:txBody>
      </p:sp>
    </p:spTree>
    <p:extLst>
      <p:ext uri="{BB962C8B-B14F-4D97-AF65-F5344CB8AC3E}">
        <p14:creationId xmlns:p14="http://schemas.microsoft.com/office/powerpoint/2010/main" val="1432777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2870-CA01-4511-ADD9-2C1495CD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78342" cy="1139825"/>
          </a:xfrm>
        </p:spPr>
        <p:txBody>
          <a:bodyPr/>
          <a:lstStyle/>
          <a:p>
            <a:r>
              <a:rPr lang="pt-BR" dirty="0"/>
              <a:t>VETOR - Atribuição</a:t>
            </a:r>
            <a:endParaRPr lang="pt-BR" sz="2100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773C2BC-27E4-4045-9C49-72ED1C6F6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065129"/>
              </p:ext>
            </p:extLst>
          </p:nvPr>
        </p:nvGraphicFramePr>
        <p:xfrm>
          <a:off x="1226885" y="1052736"/>
          <a:ext cx="6513467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507327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10256970"/>
                    </a:ext>
                  </a:extLst>
                </a:gridCol>
                <a:gridCol w="586328">
                  <a:extLst>
                    <a:ext uri="{9D8B030D-6E8A-4147-A177-3AD203B41FA5}">
                      <a16:colId xmlns:a16="http://schemas.microsoft.com/office/drawing/2014/main" val="401969611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8525433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20803744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3927653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546161008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204736470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570539893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919115755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83114499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026353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rep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aux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43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238097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76551E-DECA-4F16-8462-C241BE964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A30F1E-A443-478B-A657-9D907CDCF1AF}"/>
              </a:ext>
            </a:extLst>
          </p:cNvPr>
          <p:cNvSpPr txBox="1"/>
          <p:nvPr/>
        </p:nvSpPr>
        <p:spPr>
          <a:xfrm>
            <a:off x="2294907" y="4901098"/>
            <a:ext cx="458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000" dirty="0">
                <a:latin typeface="Courier New" panose="02070309020205020404" pitchFamily="49" charset="0"/>
              </a:rPr>
              <a:t>VET[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] =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000" dirty="0">
                <a:latin typeface="Courier New" panose="02070309020205020404" pitchFamily="49" charset="0"/>
              </a:rPr>
              <a:t>*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2 +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4602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2870-CA01-4511-ADD9-2C1495CD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7813"/>
            <a:ext cx="8435281" cy="1139825"/>
          </a:xfrm>
        </p:spPr>
        <p:txBody>
          <a:bodyPr/>
          <a:lstStyle/>
          <a:p>
            <a:r>
              <a:rPr lang="pt-BR" dirty="0"/>
              <a:t>VETOR - Atribuição</a:t>
            </a:r>
            <a:endParaRPr lang="pt-BR" sz="2100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773C2BC-27E4-4045-9C49-72ED1C6F6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3367122"/>
              </p:ext>
            </p:extLst>
          </p:nvPr>
        </p:nvGraphicFramePr>
        <p:xfrm>
          <a:off x="1226885" y="1052736"/>
          <a:ext cx="651346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507327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10256970"/>
                    </a:ext>
                  </a:extLst>
                </a:gridCol>
                <a:gridCol w="586328">
                  <a:extLst>
                    <a:ext uri="{9D8B030D-6E8A-4147-A177-3AD203B41FA5}">
                      <a16:colId xmlns:a16="http://schemas.microsoft.com/office/drawing/2014/main" val="401969611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8525433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20803744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3927653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546161008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204736470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570539893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919115755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83114499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026353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rep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aux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43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23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64102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76551E-DECA-4F16-8462-C241BE964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C2B784-EA6B-4147-8645-596110147732}"/>
              </a:ext>
            </a:extLst>
          </p:cNvPr>
          <p:cNvSpPr txBox="1"/>
          <p:nvPr/>
        </p:nvSpPr>
        <p:spPr>
          <a:xfrm>
            <a:off x="2294907" y="4901098"/>
            <a:ext cx="458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000" dirty="0">
                <a:latin typeface="Courier New" panose="02070309020205020404" pitchFamily="49" charset="0"/>
              </a:rPr>
              <a:t>VET[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] =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000" dirty="0">
                <a:latin typeface="Courier New" panose="02070309020205020404" pitchFamily="49" charset="0"/>
              </a:rPr>
              <a:t>*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2 +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1090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2870-CA01-4511-ADD9-2C1495CD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78342" cy="1139825"/>
          </a:xfrm>
        </p:spPr>
        <p:txBody>
          <a:bodyPr/>
          <a:lstStyle/>
          <a:p>
            <a:r>
              <a:rPr lang="pt-BR" dirty="0"/>
              <a:t>VETOR - Atribuição</a:t>
            </a:r>
            <a:endParaRPr lang="pt-BR" sz="2100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773C2BC-27E4-4045-9C49-72ED1C6F6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069508"/>
              </p:ext>
            </p:extLst>
          </p:nvPr>
        </p:nvGraphicFramePr>
        <p:xfrm>
          <a:off x="1226885" y="1052736"/>
          <a:ext cx="651346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507327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10256970"/>
                    </a:ext>
                  </a:extLst>
                </a:gridCol>
                <a:gridCol w="586328">
                  <a:extLst>
                    <a:ext uri="{9D8B030D-6E8A-4147-A177-3AD203B41FA5}">
                      <a16:colId xmlns:a16="http://schemas.microsoft.com/office/drawing/2014/main" val="401969611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8525433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20803744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3927653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546161008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204736470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570539893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919115755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83114499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026353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rep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aux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43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23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64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962829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76551E-DECA-4F16-8462-C241BE964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5AF9ACB-82D6-4A83-8248-C45914254939}"/>
              </a:ext>
            </a:extLst>
          </p:cNvPr>
          <p:cNvSpPr txBox="1"/>
          <p:nvPr/>
        </p:nvSpPr>
        <p:spPr>
          <a:xfrm>
            <a:off x="2294907" y="4901098"/>
            <a:ext cx="458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000" dirty="0">
                <a:latin typeface="Courier New" panose="02070309020205020404" pitchFamily="49" charset="0"/>
              </a:rPr>
              <a:t>VET[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] =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000" dirty="0">
                <a:latin typeface="Courier New" panose="02070309020205020404" pitchFamily="49" charset="0"/>
              </a:rPr>
              <a:t>*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2 +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0927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2870-CA01-4511-ADD9-2C1495CD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35280" cy="1139825"/>
          </a:xfrm>
        </p:spPr>
        <p:txBody>
          <a:bodyPr/>
          <a:lstStyle/>
          <a:p>
            <a:r>
              <a:rPr lang="pt-BR" dirty="0"/>
              <a:t>VETOR - Atribuição</a:t>
            </a:r>
            <a:endParaRPr lang="pt-BR" sz="2100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773C2BC-27E4-4045-9C49-72ED1C6F6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813056"/>
              </p:ext>
            </p:extLst>
          </p:nvPr>
        </p:nvGraphicFramePr>
        <p:xfrm>
          <a:off x="1226885" y="1052736"/>
          <a:ext cx="65134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507327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10256970"/>
                    </a:ext>
                  </a:extLst>
                </a:gridCol>
                <a:gridCol w="586328">
                  <a:extLst>
                    <a:ext uri="{9D8B030D-6E8A-4147-A177-3AD203B41FA5}">
                      <a16:colId xmlns:a16="http://schemas.microsoft.com/office/drawing/2014/main" val="401969611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8525433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20803744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3927653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546161008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204736470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570539893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919115755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83114499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026353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rep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aux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43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23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64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9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919064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76551E-DECA-4F16-8462-C241BE964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6F0F519-1080-4B0C-8088-65CCF69FF59D}"/>
              </a:ext>
            </a:extLst>
          </p:cNvPr>
          <p:cNvSpPr txBox="1"/>
          <p:nvPr/>
        </p:nvSpPr>
        <p:spPr>
          <a:xfrm>
            <a:off x="2294907" y="4901098"/>
            <a:ext cx="458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000" dirty="0">
                <a:latin typeface="Courier New" panose="02070309020205020404" pitchFamily="49" charset="0"/>
              </a:rPr>
              <a:t>VET[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] =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000" dirty="0">
                <a:latin typeface="Courier New" panose="02070309020205020404" pitchFamily="49" charset="0"/>
              </a:rPr>
              <a:t>*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2 +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9788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2870-CA01-4511-ADD9-2C1495CD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35280" cy="1139825"/>
          </a:xfrm>
        </p:spPr>
        <p:txBody>
          <a:bodyPr/>
          <a:lstStyle/>
          <a:p>
            <a:r>
              <a:rPr lang="pt-BR" dirty="0"/>
              <a:t>VETOR - Atribuição</a:t>
            </a:r>
            <a:endParaRPr lang="pt-BR" sz="2100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773C2BC-27E4-4045-9C49-72ED1C6F6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9948863"/>
              </p:ext>
            </p:extLst>
          </p:nvPr>
        </p:nvGraphicFramePr>
        <p:xfrm>
          <a:off x="1226885" y="1052736"/>
          <a:ext cx="6513467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507327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10256970"/>
                    </a:ext>
                  </a:extLst>
                </a:gridCol>
                <a:gridCol w="586328">
                  <a:extLst>
                    <a:ext uri="{9D8B030D-6E8A-4147-A177-3AD203B41FA5}">
                      <a16:colId xmlns:a16="http://schemas.microsoft.com/office/drawing/2014/main" val="401969611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8525433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20803744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3927653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546161008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204736470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570539893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919115755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83114499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026353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rep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aux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43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23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64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9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919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233131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76551E-DECA-4F16-8462-C241BE964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7B0EC85-D70A-4E16-AA36-55902E901435}"/>
              </a:ext>
            </a:extLst>
          </p:cNvPr>
          <p:cNvSpPr txBox="1"/>
          <p:nvPr/>
        </p:nvSpPr>
        <p:spPr>
          <a:xfrm>
            <a:off x="2294907" y="4901098"/>
            <a:ext cx="458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000" dirty="0">
                <a:latin typeface="Courier New" panose="02070309020205020404" pitchFamily="49" charset="0"/>
              </a:rPr>
              <a:t>VET[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] =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000" dirty="0">
                <a:latin typeface="Courier New" panose="02070309020205020404" pitchFamily="49" charset="0"/>
              </a:rPr>
              <a:t>*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2 +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1416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2870-CA01-4511-ADD9-2C1495CD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35280" cy="1139825"/>
          </a:xfrm>
        </p:spPr>
        <p:txBody>
          <a:bodyPr/>
          <a:lstStyle/>
          <a:p>
            <a:r>
              <a:rPr lang="pt-BR" dirty="0"/>
              <a:t>VETOR - Atribuição</a:t>
            </a:r>
            <a:endParaRPr lang="pt-BR" sz="2100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773C2BC-27E4-4045-9C49-72ED1C6F6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563924"/>
              </p:ext>
            </p:extLst>
          </p:nvPr>
        </p:nvGraphicFramePr>
        <p:xfrm>
          <a:off x="1226885" y="1052736"/>
          <a:ext cx="6513467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507327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10256970"/>
                    </a:ext>
                  </a:extLst>
                </a:gridCol>
                <a:gridCol w="586328">
                  <a:extLst>
                    <a:ext uri="{9D8B030D-6E8A-4147-A177-3AD203B41FA5}">
                      <a16:colId xmlns:a16="http://schemas.microsoft.com/office/drawing/2014/main" val="401969611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8525433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20803744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3927653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546161008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204736470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570539893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919115755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83114499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026353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rep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aux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43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23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64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9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919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23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761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4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45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97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617012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76551E-DECA-4F16-8462-C241BE964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74287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C0C8E8-35BB-48BB-9F7C-22967064D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BC1650-1768-409B-9372-EDFDCB49378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14DCCFB-E467-434B-91C5-4AA73561D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Somatório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A97C4C-08AE-4F4C-B3C2-86BE44B73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2" y="2493690"/>
            <a:ext cx="8675687" cy="3023542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pt-BR" altLang="pt-B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alt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VET[] = </a:t>
            </a:r>
            <a:r>
              <a:rPr lang="pt-BR" altLang="pt-B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20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000" dirty="0">
                <a:latin typeface="Courier New" panose="02070309020205020404" pitchFamily="49" charset="0"/>
              </a:rPr>
              <a:t>[10];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pt-BR" altLang="pt-BR" sz="20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alt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soma = 0;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pt-BR" alt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pt-BR" altLang="pt-B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altLang="pt-B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000" b="1" dirty="0">
                <a:latin typeface="Courier New" panose="02070309020205020404" pitchFamily="49" charset="0"/>
              </a:rPr>
              <a:t> </a:t>
            </a:r>
            <a:r>
              <a:rPr lang="pt-BR" altLang="pt-BR" sz="2000" dirty="0">
                <a:latin typeface="Courier New" panose="02070309020205020404" pitchFamily="49" charset="0"/>
              </a:rPr>
              <a:t>(</a:t>
            </a:r>
            <a:r>
              <a:rPr lang="pt-BR" alt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000" dirty="0">
                <a:latin typeface="Courier New" panose="02070309020205020404" pitchFamily="49" charset="0"/>
              </a:rPr>
              <a:t>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 </a:t>
            </a:r>
            <a:r>
              <a:rPr lang="pt-BR" altLang="pt-BR" sz="2000" dirty="0">
                <a:latin typeface="Courier New" panose="02070309020205020404" pitchFamily="49" charset="0"/>
              </a:rPr>
              <a:t>= </a:t>
            </a:r>
            <a:r>
              <a:rPr lang="pt-BR" altLang="pt-BR" sz="2000" b="1" dirty="0">
                <a:latin typeface="Courier New" panose="02070309020205020404" pitchFamily="49" charset="0"/>
              </a:rPr>
              <a:t>0</a:t>
            </a:r>
            <a:r>
              <a:rPr lang="pt-BR" altLang="pt-BR" sz="2000" dirty="0">
                <a:latin typeface="Courier New" panose="02070309020205020404" pitchFamily="49" charset="0"/>
              </a:rPr>
              <a:t>;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 &lt; </a:t>
            </a:r>
            <a:r>
              <a:rPr lang="pt-BR" altLang="pt-BR" sz="2000" b="1" dirty="0">
                <a:latin typeface="Courier New" panose="02070309020205020404" pitchFamily="49" charset="0"/>
              </a:rPr>
              <a:t>10</a:t>
            </a:r>
            <a:r>
              <a:rPr lang="pt-BR" altLang="pt-BR" sz="2000" dirty="0">
                <a:latin typeface="Courier New" panose="02070309020205020404" pitchFamily="49" charset="0"/>
              </a:rPr>
              <a:t>; 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++) </a:t>
            </a:r>
            <a:r>
              <a:rPr lang="pt-BR" altLang="pt-BR" sz="2000" b="1" dirty="0">
                <a:latin typeface="Courier New" panose="02070309020205020404" pitchFamily="49" charset="0"/>
              </a:rPr>
              <a:t>{</a:t>
            </a:r>
            <a:r>
              <a:rPr lang="pt-BR" altLang="pt-BR" sz="2000" dirty="0">
                <a:latin typeface="Courier New" panose="02070309020205020404" pitchFamily="49" charset="0"/>
              </a:rPr>
              <a:t> </a:t>
            </a:r>
            <a:endParaRPr lang="pt-BR" altLang="pt-BR" sz="2000" i="1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dirty="0">
                <a:latin typeface="Courier New" panose="02070309020205020404" pitchFamily="49" charset="0"/>
              </a:rPr>
              <a:t>  soma += VET[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];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dirty="0">
                <a:latin typeface="Courier New" panose="02070309020205020404" pitchFamily="49" charset="0"/>
              </a:rPr>
              <a:t>  </a:t>
            </a:r>
            <a:r>
              <a:rPr lang="pt-BR" altLang="pt-BR" sz="20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0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0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000" dirty="0">
                <a:latin typeface="Courier New" panose="02070309020205020404" pitchFamily="49" charset="0"/>
              </a:rPr>
              <a:t>(</a:t>
            </a:r>
            <a:r>
              <a:rPr lang="pt-BR" altLang="pt-BR" sz="2000" dirty="0">
                <a:solidFill>
                  <a:srgbClr val="0000FF"/>
                </a:solidFill>
                <a:latin typeface="Courier New" panose="02070309020205020404" pitchFamily="49" charset="0"/>
              </a:rPr>
              <a:t>"Valor de "</a:t>
            </a:r>
            <a:r>
              <a:rPr lang="pt-BR" altLang="pt-BR" sz="2000" dirty="0">
                <a:latin typeface="Courier New" panose="02070309020205020404" pitchFamily="49" charset="0"/>
              </a:rPr>
              <a:t>+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+</a:t>
            </a:r>
            <a:r>
              <a:rPr lang="pt-BR" altLang="pt-BR" sz="2000" dirty="0">
                <a:solidFill>
                  <a:srgbClr val="0000FF"/>
                </a:solidFill>
                <a:latin typeface="Courier New" panose="02070309020205020404" pitchFamily="49" charset="0"/>
              </a:rPr>
              <a:t>" = "</a:t>
            </a:r>
            <a:r>
              <a:rPr lang="pt-BR" altLang="pt-BR" sz="2000" dirty="0">
                <a:latin typeface="Courier New" panose="02070309020205020404" pitchFamily="49" charset="0"/>
              </a:rPr>
              <a:t>+VET[</a:t>
            </a:r>
            <a:r>
              <a:rPr lang="pt-BR" altLang="pt-B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2000" dirty="0">
                <a:latin typeface="Courier New" panose="02070309020205020404" pitchFamily="49" charset="0"/>
              </a:rPr>
              <a:t>]);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b="1" dirty="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buNone/>
            </a:pPr>
            <a:r>
              <a:rPr lang="pt-BR" altLang="pt-BR" sz="20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0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0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000" dirty="0">
                <a:latin typeface="Courier New" panose="02070309020205020404" pitchFamily="49" charset="0"/>
              </a:rPr>
              <a:t>(</a:t>
            </a:r>
            <a:r>
              <a:rPr lang="pt-BR" altLang="pt-BR" sz="2000" dirty="0">
                <a:solidFill>
                  <a:srgbClr val="0000FF"/>
                </a:solidFill>
                <a:latin typeface="Courier New" panose="02070309020205020404" pitchFamily="49" charset="0"/>
              </a:rPr>
              <a:t>"Soma = "</a:t>
            </a:r>
            <a:r>
              <a:rPr lang="pt-BR" altLang="pt-BR" sz="2000" dirty="0">
                <a:latin typeface="Courier New" panose="02070309020205020404" pitchFamily="49" charset="0"/>
              </a:rPr>
              <a:t>+soma);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FB82A74-9640-4353-AB5A-2E1E15234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106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kern="0" dirty="0"/>
              <a:t>Somatório de TODOS os conteúdos de um vetor:</a:t>
            </a:r>
          </a:p>
        </p:txBody>
      </p:sp>
    </p:spTree>
    <p:extLst>
      <p:ext uri="{BB962C8B-B14F-4D97-AF65-F5344CB8AC3E}">
        <p14:creationId xmlns:p14="http://schemas.microsoft.com/office/powerpoint/2010/main" val="3186672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52870-CA01-4511-ADD9-2C1495CDC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</a:t>
            </a:r>
            <a:r>
              <a:rPr lang="pt-BR" altLang="pt-BR" dirty="0"/>
              <a:t> - Somatório</a:t>
            </a:r>
            <a:endParaRPr lang="pt-BR" sz="2100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773C2BC-27E4-4045-9C49-72ED1C6F6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210556"/>
              </p:ext>
            </p:extLst>
          </p:nvPr>
        </p:nvGraphicFramePr>
        <p:xfrm>
          <a:off x="107504" y="1052736"/>
          <a:ext cx="8928038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507327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10256970"/>
                    </a:ext>
                  </a:extLst>
                </a:gridCol>
                <a:gridCol w="586328">
                  <a:extLst>
                    <a:ext uri="{9D8B030D-6E8A-4147-A177-3AD203B41FA5}">
                      <a16:colId xmlns:a16="http://schemas.microsoft.com/office/drawing/2014/main" val="401969611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85254336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20803744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39276537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546161008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204736470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570539893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919115755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3383114499"/>
                    </a:ext>
                  </a:extLst>
                </a:gridCol>
                <a:gridCol w="542571">
                  <a:extLst>
                    <a:ext uri="{9D8B030D-6E8A-4147-A177-3AD203B41FA5}">
                      <a16:colId xmlns:a16="http://schemas.microsoft.com/office/drawing/2014/main" val="1026353043"/>
                    </a:ext>
                  </a:extLst>
                </a:gridCol>
                <a:gridCol w="615325">
                  <a:extLst>
                    <a:ext uri="{9D8B030D-6E8A-4147-A177-3AD203B41FA5}">
                      <a16:colId xmlns:a16="http://schemas.microsoft.com/office/drawing/2014/main" val="79370176"/>
                    </a:ext>
                  </a:extLst>
                </a:gridCol>
                <a:gridCol w="1799246">
                  <a:extLst>
                    <a:ext uri="{9D8B030D-6E8A-4147-A177-3AD203B41FA5}">
                      <a16:colId xmlns:a16="http://schemas.microsoft.com/office/drawing/2014/main" val="1787058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rep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aux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vet</a:t>
                      </a:r>
                      <a:r>
                        <a:rPr lang="pt-BR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vet</a:t>
                      </a:r>
                      <a:r>
                        <a:rPr lang="pt-BR" dirty="0"/>
                        <a:t>[9]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soma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impressão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43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 de 0 = 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23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1 = 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764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2 = 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9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3 = 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919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4 = 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23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5 = 11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61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6 = 13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4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7 = 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5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8 = 17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297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Valor de 9 = 19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61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Soma = 100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730353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76551E-DECA-4F16-8462-C241BE964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23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48774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Somatório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276872"/>
            <a:ext cx="82296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SOMANOTAS = 0;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SOMANOTAS += 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 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"Soma das notas = "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+SOMANOTAS);</a:t>
            </a:r>
          </a:p>
          <a:p>
            <a:pPr eaLnBrk="1" hangingPunct="1">
              <a:spcBef>
                <a:spcPts val="600"/>
              </a:spcBef>
            </a:pPr>
            <a:endParaRPr lang="pt-BR" altLang="pt-BR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=&gt; Soma das notas = 253</a:t>
            </a:r>
            <a:endParaRPr lang="pt-BR" altLang="pt-BR" b="1" dirty="0">
              <a:latin typeface="Courier New" panose="020703090202050204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2520185-2BC3-4395-BC6D-6D977FC04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106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kern="0" dirty="0"/>
              <a:t>Somatório de TODOS os conteúdos de um vetor:</a:t>
            </a:r>
          </a:p>
        </p:txBody>
      </p:sp>
      <p:graphicFrame>
        <p:nvGraphicFramePr>
          <p:cNvPr id="7" name="Espaço Reservado para Conteúdo 9">
            <a:extLst>
              <a:ext uri="{FF2B5EF4-FFF2-40B4-BE49-F238E27FC236}">
                <a16:creationId xmlns:a16="http://schemas.microsoft.com/office/drawing/2014/main" id="{1AF0892E-190B-401C-B74E-1E25E2A14F41}"/>
              </a:ext>
            </a:extLst>
          </p:cNvPr>
          <p:cNvGraphicFramePr>
            <a:graphicFrameLocks/>
          </p:cNvGraphicFramePr>
          <p:nvPr/>
        </p:nvGraphicFramePr>
        <p:xfrm>
          <a:off x="457200" y="5216525"/>
          <a:ext cx="4535490" cy="7921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82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57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39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6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Somatório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276872"/>
            <a:ext cx="8229600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SOMANOTAS = 0;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% 2 == 0)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SOMANOTAS += 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 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"Soma das notas = "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+SOMANOTAS);</a:t>
            </a:r>
          </a:p>
          <a:p>
            <a:pPr eaLnBrk="1" hangingPunct="1">
              <a:spcBef>
                <a:spcPts val="600"/>
              </a:spcBef>
            </a:pPr>
            <a:endParaRPr lang="pt-BR" altLang="pt-BR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=&gt; Soma das notas = 122</a:t>
            </a:r>
            <a:endParaRPr lang="pt-BR" altLang="pt-BR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endParaRPr lang="pt-BR" altLang="pt-BR" b="1" dirty="0">
              <a:latin typeface="Courier New" panose="020703090202050204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2520185-2BC3-4395-BC6D-6D977FC04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106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kern="0" dirty="0"/>
              <a:t>Somatório </a:t>
            </a:r>
            <a:r>
              <a:rPr lang="pt-BR" altLang="pt-BR" dirty="0"/>
              <a:t>dos conteúdos PARES de um vetor</a:t>
            </a:r>
            <a:r>
              <a:rPr lang="pt-BR" altLang="pt-BR" kern="0" dirty="0"/>
              <a:t>:</a:t>
            </a:r>
          </a:p>
        </p:txBody>
      </p:sp>
      <p:graphicFrame>
        <p:nvGraphicFramePr>
          <p:cNvPr id="6" name="Espaço Reservado para Conteúdo 9">
            <a:extLst>
              <a:ext uri="{FF2B5EF4-FFF2-40B4-BE49-F238E27FC236}">
                <a16:creationId xmlns:a16="http://schemas.microsoft.com/office/drawing/2014/main" id="{13E5D848-D43E-425F-BB4A-828D604FA6ED}"/>
              </a:ext>
            </a:extLst>
          </p:cNvPr>
          <p:cNvGraphicFramePr>
            <a:graphicFrameLocks/>
          </p:cNvGraphicFramePr>
          <p:nvPr/>
        </p:nvGraphicFramePr>
        <p:xfrm>
          <a:off x="457200" y="5216525"/>
          <a:ext cx="4535490" cy="7921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82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57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39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55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Somatório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276872"/>
            <a:ext cx="82296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SOMANOTAS = 0;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2 == 0)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SOMANOTAS += 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 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"Soma das notas = "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+SOMANOTAS);</a:t>
            </a:r>
          </a:p>
          <a:p>
            <a:pPr eaLnBrk="1" hangingPunct="1">
              <a:spcBef>
                <a:spcPts val="600"/>
              </a:spcBef>
            </a:pPr>
            <a:endParaRPr lang="pt-BR" altLang="pt-BR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=&gt; Soma das notas = 211</a:t>
            </a:r>
            <a:endParaRPr lang="pt-BR" altLang="pt-BR" b="1" dirty="0">
              <a:latin typeface="Courier New" panose="020703090202050204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2520185-2BC3-4395-BC6D-6D977FC04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363272" cy="106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dirty="0"/>
              <a:t>Somatório dos conteúdos das </a:t>
            </a:r>
            <a:r>
              <a:rPr lang="pt-BR" altLang="pt-BR" b="1" u="sng" cap="all" dirty="0"/>
              <a:t>POSIÇÕES de índices</a:t>
            </a:r>
            <a:r>
              <a:rPr lang="pt-BR" altLang="pt-BR" dirty="0"/>
              <a:t> PARES de um vetor (solução 1):</a:t>
            </a:r>
          </a:p>
        </p:txBody>
      </p:sp>
      <p:graphicFrame>
        <p:nvGraphicFramePr>
          <p:cNvPr id="6" name="Espaço Reservado para Conteúdo 9">
            <a:extLst>
              <a:ext uri="{FF2B5EF4-FFF2-40B4-BE49-F238E27FC236}">
                <a16:creationId xmlns:a16="http://schemas.microsoft.com/office/drawing/2014/main" id="{4E10E466-BF5C-4C2B-970B-65100437F082}"/>
              </a:ext>
            </a:extLst>
          </p:cNvPr>
          <p:cNvGraphicFramePr>
            <a:graphicFrameLocks/>
          </p:cNvGraphicFramePr>
          <p:nvPr/>
        </p:nvGraphicFramePr>
        <p:xfrm>
          <a:off x="457200" y="5216525"/>
          <a:ext cx="4535490" cy="7921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82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57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39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52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Somatório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276872"/>
            <a:ext cx="82296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SOMANOTAS = 0;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+=2)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SOMANOTAS += 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  </a:t>
            </a:r>
          </a:p>
          <a:p>
            <a:pPr eaLnBrk="1" hangingPunct="1">
              <a:spcBef>
                <a:spcPts val="600"/>
              </a:spcBef>
            </a:pP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"Soma das notas = "</a:t>
            </a: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+SOMANOTAS);</a:t>
            </a:r>
          </a:p>
          <a:p>
            <a:pPr eaLnBrk="1" hangingPunct="1">
              <a:spcBef>
                <a:spcPts val="600"/>
              </a:spcBef>
            </a:pPr>
            <a:endParaRPr lang="pt-BR" altLang="pt-BR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</a:pPr>
            <a:endParaRPr lang="pt-BR" altLang="pt-BR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pt-BR" altLang="pt-BR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=&gt; Soma das notas = 211</a:t>
            </a:r>
            <a:endParaRPr lang="pt-BR" altLang="pt-BR" b="1" dirty="0">
              <a:latin typeface="Courier New" panose="020703090202050204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2520185-2BC3-4395-BC6D-6D977FC04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363272" cy="106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dirty="0"/>
              <a:t>Somatório dos conteúdos das </a:t>
            </a:r>
            <a:r>
              <a:rPr lang="pt-BR" altLang="pt-BR" b="1" u="sng" cap="all" dirty="0"/>
              <a:t>POSIÇÕES de índices</a:t>
            </a:r>
            <a:r>
              <a:rPr lang="pt-BR" altLang="pt-BR" dirty="0"/>
              <a:t> PARES de um vetor (solução 2):</a:t>
            </a:r>
          </a:p>
        </p:txBody>
      </p:sp>
      <p:graphicFrame>
        <p:nvGraphicFramePr>
          <p:cNvPr id="6" name="Espaço Reservado para Conteúdo 9">
            <a:extLst>
              <a:ext uri="{FF2B5EF4-FFF2-40B4-BE49-F238E27FC236}">
                <a16:creationId xmlns:a16="http://schemas.microsoft.com/office/drawing/2014/main" id="{4E10E466-BF5C-4C2B-970B-65100437F082}"/>
              </a:ext>
            </a:extLst>
          </p:cNvPr>
          <p:cNvGraphicFramePr>
            <a:graphicFrameLocks/>
          </p:cNvGraphicFramePr>
          <p:nvPr/>
        </p:nvGraphicFramePr>
        <p:xfrm>
          <a:off x="457200" y="5216525"/>
          <a:ext cx="4535490" cy="7921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82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57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18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39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AutoShape 5">
            <a:extLst>
              <a:ext uri="{FF2B5EF4-FFF2-40B4-BE49-F238E27FC236}">
                <a16:creationId xmlns:a16="http://schemas.microsoft.com/office/drawing/2014/main" id="{DE4B78BC-B124-408D-A734-91D32977AC4D}"/>
              </a:ext>
            </a:extLst>
          </p:cNvPr>
          <p:cNvSpPr>
            <a:spLocks noChangeArrowheads="1"/>
          </p:cNvSpPr>
          <p:nvPr/>
        </p:nvSpPr>
        <p:spPr bwMode="auto">
          <a:xfrm rot="2583239">
            <a:off x="4799286" y="2364272"/>
            <a:ext cx="430212" cy="1223962"/>
          </a:xfrm>
          <a:prstGeom prst="downArrow">
            <a:avLst>
              <a:gd name="adj1" fmla="val 50000"/>
              <a:gd name="adj2" fmla="val 7112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2854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0">
            <a:extLst>
              <a:ext uri="{FF2B5EF4-FFF2-40B4-BE49-F238E27FC236}">
                <a16:creationId xmlns:a16="http://schemas.microsoft.com/office/drawing/2014/main" id="{76F41EF7-9D6F-48F3-9464-E19A3E844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658" y="2204864"/>
            <a:ext cx="2952750" cy="683443"/>
          </a:xfrm>
          <a:prstGeom prst="wedgeRoundRectCallout">
            <a:avLst>
              <a:gd name="adj1" fmla="val -99791"/>
              <a:gd name="adj2" fmla="val 176016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b="1" i="1" dirty="0"/>
              <a:t>Tamanho</a:t>
            </a:r>
            <a:r>
              <a:rPr lang="pt-BR" altLang="pt-BR" sz="1600" i="1" dirty="0"/>
              <a:t> do vetor que se deseja imprimir, no caso 100.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D9B52408-B377-4796-AB16-7F5E1CE8E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D3154A-D45E-4A7F-AB32-BE797FEB90A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AA4BF70-CC4E-4E63-A71F-AEEDFE54A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Leitura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9E4327A-8723-421D-B394-143047F1E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855" y="1412776"/>
            <a:ext cx="8446319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Preenchimento (leitura) de um vetor (forma 1):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A766C2F6-A880-409B-B15D-AB57E5FA6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8307"/>
            <a:ext cx="8435975" cy="26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=0; x&lt;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x++)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24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Digite uma nota: 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678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D9B52408-B377-4796-AB16-7F5E1CE8E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D3154A-D45E-4A7F-AB32-BE797FEB90A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29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AA4BF70-CC4E-4E63-A71F-AEEDFE54A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Leitura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9E4327A-8723-421D-B394-143047F1E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855" y="1412776"/>
            <a:ext cx="8446319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Preenchimento (leitura) de um vetor (forma 2):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A766C2F6-A880-409B-B15D-AB57E5FA6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8307"/>
            <a:ext cx="8435975" cy="26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=0; x&lt;</a:t>
            </a:r>
            <a:r>
              <a:rPr lang="pt-BR" alt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NOTAS.length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x++)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24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Digite uma nota: 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FE7900C-3380-4374-9D3F-562FA3EC6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60" y="1988840"/>
            <a:ext cx="2736305" cy="1481460"/>
          </a:xfrm>
          <a:prstGeom prst="wedgeRoundRectCallout">
            <a:avLst>
              <a:gd name="adj1" fmla="val -79423"/>
              <a:gd name="adj2" fmla="val 71301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i="1" dirty="0"/>
              <a:t>O valor </a:t>
            </a:r>
            <a:r>
              <a:rPr lang="pt-BR" altLang="pt-BR" sz="1600" b="1" i="1" dirty="0"/>
              <a:t>100</a:t>
            </a:r>
            <a:r>
              <a:rPr lang="pt-BR" altLang="pt-BR" sz="1600" i="1" dirty="0"/>
              <a:t> pode ser substituído por </a:t>
            </a:r>
            <a:r>
              <a:rPr lang="pt-BR" altLang="pt-BR" sz="1600" b="1" dirty="0" err="1"/>
              <a:t>NOTAS.length</a:t>
            </a:r>
            <a:r>
              <a:rPr lang="pt-BR" altLang="pt-BR" sz="1600" b="1" i="1" dirty="0"/>
              <a:t> </a:t>
            </a:r>
            <a:r>
              <a:rPr lang="pt-BR" altLang="pt-BR" sz="1600" i="1" dirty="0"/>
              <a:t>que retorna o tamanho do vetor, no caso 100.</a:t>
            </a:r>
          </a:p>
        </p:txBody>
      </p:sp>
    </p:spTree>
    <p:extLst>
      <p:ext uri="{BB962C8B-B14F-4D97-AF65-F5344CB8AC3E}">
        <p14:creationId xmlns:p14="http://schemas.microsoft.com/office/powerpoint/2010/main" val="2615702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D9B52408-B377-4796-AB16-7F5E1CE8E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D3154A-D45E-4A7F-AB32-BE797FEB90A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AA4BF70-CC4E-4E63-A71F-AEEDFE54A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Leitura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9E4327A-8723-421D-B394-143047F1E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855" y="1412776"/>
            <a:ext cx="8446319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Preenchimento (leitura) de um vetor ( utilizando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>):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A766C2F6-A880-409B-B15D-AB57E5FA6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8307"/>
            <a:ext cx="8435975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= </a:t>
            </a:r>
            <a:r>
              <a:rPr lang="pt-BR" altLang="pt-BR" sz="2400" b="1" dirty="0">
                <a:latin typeface="Courier New" panose="02070309020205020404" pitchFamily="49" charset="0"/>
              </a:rPr>
              <a:t>0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 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24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Digite uma nota: 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altLang="pt-B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</a:t>
            </a:r>
            <a:r>
              <a:rPr lang="pt-BR" altLang="pt-BR" sz="2400" b="1" dirty="0">
                <a:latin typeface="Courier New" panose="02070309020205020404" pitchFamily="49" charset="0"/>
              </a:rPr>
              <a:t>;</a:t>
            </a:r>
            <a:endParaRPr lang="pt-BR" altLang="pt-BR" sz="24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}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while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pt-BR" altLang="pt-BR" sz="2400" dirty="0">
                <a:latin typeface="Courier New" panose="02070309020205020404" pitchFamily="49" charset="0"/>
              </a:rPr>
              <a:t>);</a:t>
            </a:r>
            <a:endParaRPr lang="pt-BR" altLang="pt-BR" sz="24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98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D9B52408-B377-4796-AB16-7F5E1CE8E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D3154A-D45E-4A7F-AB32-BE797FEB90A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AA4BF70-CC4E-4E63-A71F-AEEDFE54A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Leitura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9E4327A-8723-421D-B394-143047F1E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856" y="1412776"/>
            <a:ext cx="8229600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Preenchimento (leitura) de dois </a:t>
            </a:r>
            <a:r>
              <a:rPr lang="pt-BR" altLang="pt-BR" u="sng" dirty="0"/>
              <a:t>vetores relacionados</a:t>
            </a:r>
            <a:r>
              <a:rPr lang="pt-BR" altLang="pt-BR" dirty="0"/>
              <a:t>: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A766C2F6-A880-409B-B15D-AB57E5FA6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08920"/>
            <a:ext cx="8435975" cy="3747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NOMES[]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b="1" dirty="0">
                <a:latin typeface="Courier New" panose="02070309020205020404" pitchFamily="49" charset="0"/>
              </a:rPr>
              <a:t> </a:t>
            </a:r>
            <a:r>
              <a:rPr lang="pt-BR" altLang="pt-BR" dirty="0">
                <a:latin typeface="Courier New" panose="02070309020205020404" pitchFamily="49" charset="0"/>
              </a:rPr>
              <a:t>(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b="1" dirty="0">
                <a:latin typeface="Courier New" panose="02070309020205020404" pitchFamily="49" charset="0"/>
              </a:rPr>
              <a:t>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=0; x&lt;40; x++)</a:t>
            </a:r>
            <a:r>
              <a:rPr lang="pt-BR" alt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dirty="0">
                <a:latin typeface="Courier New" panose="02070309020205020404" pitchFamily="49" charset="0"/>
              </a:rPr>
              <a:t>   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</a:rPr>
              <a:t>Digite o nome do aluno: 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dirty="0">
                <a:latin typeface="Courier New" panose="02070309020205020404" pitchFamily="49" charset="0"/>
              </a:rPr>
              <a:t>   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NOMES[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pt-BR" altLang="pt-BR" dirty="0">
                <a:latin typeface="Courier New" panose="02070309020205020404" pitchFamily="49" charset="0"/>
              </a:rPr>
              <a:t>      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</a:rPr>
              <a:t>Digite a sua nota: 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dirty="0">
                <a:latin typeface="Courier New" panose="02070309020205020404" pitchFamily="49" charset="0"/>
              </a:rPr>
              <a:t>   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teclado.nextFloat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pt-BR" altLang="pt-B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bug do Java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5202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0">
            <a:extLst>
              <a:ext uri="{FF2B5EF4-FFF2-40B4-BE49-F238E27FC236}">
                <a16:creationId xmlns:a16="http://schemas.microsoft.com/office/drawing/2014/main" id="{0D1E89E2-5605-4A80-99AA-69FAB75B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576" y="1991804"/>
            <a:ext cx="2952750" cy="648072"/>
          </a:xfrm>
          <a:prstGeom prst="wedgeRoundRectCallout">
            <a:avLst>
              <a:gd name="adj1" fmla="val -125795"/>
              <a:gd name="adj2" fmla="val 263220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b="1" i="1" dirty="0"/>
              <a:t>Tamanho</a:t>
            </a:r>
            <a:r>
              <a:rPr lang="pt-BR" altLang="pt-BR" sz="1600" i="1" dirty="0"/>
              <a:t> do vetor que se deseja imprimir, no caso 40.</a:t>
            </a: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um vetor (forma 1):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0806"/>
            <a:ext cx="8507288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</a:t>
            </a:r>
            <a:r>
              <a:rPr lang="pt-BR" altLang="pt-BR" sz="2400" b="1" dirty="0">
                <a:latin typeface="Courier New" panose="02070309020205020404" pitchFamily="49" charset="0"/>
              </a:rPr>
              <a:t>40</a:t>
            </a:r>
            <a:r>
              <a:rPr lang="pt-BR" altLang="pt-BR" sz="2400" dirty="0">
                <a:latin typeface="Courier New" panose="02070309020205020404" pitchFamily="49" charset="0"/>
              </a:rPr>
              <a:t>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</a:rPr>
              <a:t>40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45513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um vetor (forma 2):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0851463E-2293-49FE-8E34-D19C4DE2C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0806"/>
            <a:ext cx="8507288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NOMES.length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821440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7CE63BD7-0DCB-41AB-A782-34E07B53C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69A3A1-5A95-437D-BE1B-7F465648602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9A60394-D544-41A6-94C2-055355C01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29590B4-8F0E-4E8D-B19C-8528190F0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um vetor (</a:t>
            </a:r>
            <a:r>
              <a:rPr lang="pt-BR" altLang="pt-BR" b="1" dirty="0"/>
              <a:t>for</a:t>
            </a:r>
            <a:r>
              <a:rPr lang="pt-BR" altLang="pt-BR" dirty="0"/>
              <a:t> simplificado):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dirty="0"/>
          </a:p>
        </p:txBody>
      </p:sp>
      <p:sp>
        <p:nvSpPr>
          <p:cNvPr id="24581" name="Text Box 7">
            <a:extLst>
              <a:ext uri="{FF2B5EF4-FFF2-40B4-BE49-F238E27FC236}">
                <a16:creationId xmlns:a16="http://schemas.microsoft.com/office/drawing/2014/main" id="{DC98AEAE-DF1A-4269-89B2-2A5F79BC3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9518"/>
            <a:ext cx="82296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NOMES[]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: NOMES)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B65014-6044-41B0-B49B-14449E4BA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8" y="2039299"/>
            <a:ext cx="2602632" cy="2123658"/>
          </a:xfrm>
          <a:prstGeom prst="wedgeRoundRectCallout">
            <a:avLst>
              <a:gd name="adj1" fmla="val -169543"/>
              <a:gd name="adj2" fmla="val 40305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2400" i="1" dirty="0"/>
              <a:t>A variável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i="1" dirty="0"/>
              <a:t> tem que ser do mesmo tipo do vetor </a:t>
            </a:r>
            <a:r>
              <a:rPr lang="pt-BR" altLang="pt-BR" sz="2400" dirty="0">
                <a:latin typeface="Courier New" panose="02070309020205020404" pitchFamily="49" charset="0"/>
              </a:rPr>
              <a:t>NOMES</a:t>
            </a:r>
            <a:r>
              <a:rPr lang="pt-BR" altLang="pt-BR" sz="2400" i="1" dirty="0"/>
              <a:t> (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i="1" dirty="0"/>
              <a:t>)</a:t>
            </a:r>
          </a:p>
        </p:txBody>
      </p:sp>
      <p:sp>
        <p:nvSpPr>
          <p:cNvPr id="9" name="Seta: de Cima para Baixo 8">
            <a:extLst>
              <a:ext uri="{FF2B5EF4-FFF2-40B4-BE49-F238E27FC236}">
                <a16:creationId xmlns:a16="http://schemas.microsoft.com/office/drawing/2014/main" id="{8ABD80D2-82E3-403B-B45A-F9B170107000}"/>
              </a:ext>
            </a:extLst>
          </p:cNvPr>
          <p:cNvSpPr/>
          <p:nvPr/>
        </p:nvSpPr>
        <p:spPr bwMode="auto">
          <a:xfrm rot="18813870">
            <a:off x="1237783" y="3258476"/>
            <a:ext cx="243886" cy="839322"/>
          </a:xfrm>
          <a:prstGeom prst="up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389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7CE63BD7-0DCB-41AB-A782-34E07B53C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69A3A1-5A95-437D-BE1B-7F465648602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9A60394-D544-41A6-94C2-055355C01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29590B4-8F0E-4E8D-B19C-8528190F0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um vetor (</a:t>
            </a:r>
            <a:r>
              <a:rPr lang="pt-BR" altLang="pt-BR" b="1" dirty="0"/>
              <a:t>for</a:t>
            </a:r>
            <a:r>
              <a:rPr lang="pt-BR" altLang="pt-BR" dirty="0"/>
              <a:t> simplificado):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dirty="0"/>
          </a:p>
        </p:txBody>
      </p:sp>
      <p:sp>
        <p:nvSpPr>
          <p:cNvPr id="24581" name="Text Box 7">
            <a:extLst>
              <a:ext uri="{FF2B5EF4-FFF2-40B4-BE49-F238E27FC236}">
                <a16:creationId xmlns:a16="http://schemas.microsoft.com/office/drawing/2014/main" id="{DC98AEAE-DF1A-4269-89B2-2A5F79BC3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0000"/>
            <a:ext cx="7931771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: NOTAS)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Nota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B65014-6044-41B0-B49B-14449E4BA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1487" y="2276872"/>
            <a:ext cx="2952750" cy="1668487"/>
          </a:xfrm>
          <a:prstGeom prst="wedgeRoundRectCallout">
            <a:avLst>
              <a:gd name="adj1" fmla="val -150492"/>
              <a:gd name="adj2" fmla="val 54005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2400" i="1" dirty="0"/>
              <a:t>A variável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i="1" dirty="0"/>
              <a:t> tem que ser do mesmo tipo do vetor </a:t>
            </a:r>
            <a:r>
              <a:rPr lang="pt-BR" altLang="pt-BR" sz="2400" dirty="0">
                <a:latin typeface="Courier New" panose="02070309020205020404" pitchFamily="49" charset="0"/>
              </a:rPr>
              <a:t>NOTAS</a:t>
            </a:r>
            <a:r>
              <a:rPr lang="pt-BR" altLang="pt-BR" sz="2400" i="1" dirty="0"/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2400" i="1" dirty="0"/>
              <a:t>)</a:t>
            </a:r>
          </a:p>
        </p:txBody>
      </p:sp>
      <p:sp>
        <p:nvSpPr>
          <p:cNvPr id="2" name="Seta: de Cima para Baixo 1">
            <a:extLst>
              <a:ext uri="{FF2B5EF4-FFF2-40B4-BE49-F238E27FC236}">
                <a16:creationId xmlns:a16="http://schemas.microsoft.com/office/drawing/2014/main" id="{D8DE128D-B4F0-4C12-802A-A00727CAC250}"/>
              </a:ext>
            </a:extLst>
          </p:cNvPr>
          <p:cNvSpPr/>
          <p:nvPr/>
        </p:nvSpPr>
        <p:spPr bwMode="auto">
          <a:xfrm rot="18813870">
            <a:off x="1237783" y="3258476"/>
            <a:ext cx="243886" cy="839322"/>
          </a:xfrm>
          <a:prstGeom prst="up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53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479A8BD6-A395-4B60-97C9-F83E287C3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073EB7-1CBB-4FD4-9FB8-DC09AAB29592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2002892-96FC-4446-9354-92844103C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81D6F02-E944-471B-BA4C-9E8472176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Como será impresso: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B3D5B51E-31E3-43FA-945B-50DF1750A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2565400"/>
            <a:ext cx="6481762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latin typeface="Courier New" panose="02070309020205020404" pitchFamily="49" charset="0"/>
              </a:rPr>
              <a:t>Aluno : ALFREDO</a:t>
            </a:r>
          </a:p>
          <a:p>
            <a:pPr eaLnBrk="1" hangingPunct="1"/>
            <a:r>
              <a:rPr lang="pt-BR" altLang="pt-BR" b="1">
                <a:latin typeface="Courier New" panose="02070309020205020404" pitchFamily="49" charset="0"/>
              </a:rPr>
              <a:t>Aluno :</a:t>
            </a:r>
            <a:r>
              <a:rPr lang="pt-BR" altLang="pt-BR">
                <a:latin typeface="Courier New" panose="02070309020205020404" pitchFamily="49" charset="0"/>
              </a:rPr>
              <a:t> </a:t>
            </a:r>
            <a:r>
              <a:rPr lang="pt-BR" altLang="pt-BR" b="1">
                <a:latin typeface="Courier New" panose="02070309020205020404" pitchFamily="49" charset="0"/>
              </a:rPr>
              <a:t>PEDRO</a:t>
            </a:r>
          </a:p>
          <a:p>
            <a:pPr eaLnBrk="1" hangingPunct="1"/>
            <a:r>
              <a:rPr lang="pt-BR" altLang="pt-BR" b="1">
                <a:latin typeface="Courier New" panose="02070309020205020404" pitchFamily="49" charset="0"/>
              </a:rPr>
              <a:t>Aluno :</a:t>
            </a:r>
            <a:r>
              <a:rPr lang="pt-BR" altLang="pt-BR">
                <a:latin typeface="Courier New" panose="02070309020205020404" pitchFamily="49" charset="0"/>
              </a:rPr>
              <a:t> </a:t>
            </a:r>
            <a:r>
              <a:rPr lang="pt-BR" altLang="pt-BR" b="1">
                <a:latin typeface="Courier New" panose="02070309020205020404" pitchFamily="49" charset="0"/>
              </a:rPr>
              <a:t>RICARDO</a:t>
            </a:r>
          </a:p>
          <a:p>
            <a:pPr eaLnBrk="1" hangingPunct="1"/>
            <a:r>
              <a:rPr lang="pt-BR" altLang="pt-BR" b="1">
                <a:latin typeface="Courier New" panose="02070309020205020404" pitchFamily="49" charset="0"/>
              </a:rPr>
              <a:t>Aluno :</a:t>
            </a:r>
            <a:r>
              <a:rPr lang="pt-BR" altLang="pt-BR">
                <a:latin typeface="Courier New" panose="02070309020205020404" pitchFamily="49" charset="0"/>
              </a:rPr>
              <a:t> </a:t>
            </a:r>
            <a:r>
              <a:rPr lang="pt-BR" altLang="pt-BR" b="1">
                <a:latin typeface="Courier New" panose="02070309020205020404" pitchFamily="49" charset="0"/>
              </a:rPr>
              <a:t>ONOFRE</a:t>
            </a:r>
          </a:p>
          <a:p>
            <a:pPr eaLnBrk="1" hangingPunct="1"/>
            <a:r>
              <a:rPr lang="pt-BR" altLang="pt-BR" b="1">
                <a:latin typeface="Courier New" panose="02070309020205020404" pitchFamily="49" charset="0"/>
              </a:rPr>
              <a:t>Aluno :</a:t>
            </a:r>
            <a:r>
              <a:rPr lang="pt-BR" altLang="pt-BR">
                <a:latin typeface="Courier New" panose="02070309020205020404" pitchFamily="49" charset="0"/>
              </a:rPr>
              <a:t> </a:t>
            </a:r>
            <a:r>
              <a:rPr lang="pt-BR" altLang="pt-BR" b="1">
                <a:latin typeface="Courier New" panose="02070309020205020404" pitchFamily="49" charset="0"/>
              </a:rPr>
              <a:t>MARTINS</a:t>
            </a:r>
          </a:p>
          <a:p>
            <a:pPr eaLnBrk="1" hangingPunct="1"/>
            <a:r>
              <a:rPr lang="pt-BR" altLang="pt-BR" b="1">
                <a:latin typeface="Courier New" panose="02070309020205020404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dois vetores </a:t>
            </a:r>
            <a:r>
              <a:rPr lang="pt-BR" altLang="pt-BR" u="sng" dirty="0"/>
              <a:t>relacionados</a:t>
            </a:r>
            <a:r>
              <a:rPr lang="pt-BR" altLang="pt-BR" dirty="0"/>
              <a:t> (intercalados):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23668"/>
            <a:ext cx="86868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&lt;40;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r>
              <a:rPr lang="pt-BR" altLang="pt-BR" sz="24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Nota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425853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dois vetores </a:t>
            </a:r>
            <a:r>
              <a:rPr lang="pt-BR" altLang="pt-BR" u="sng" dirty="0"/>
              <a:t>relacionados</a:t>
            </a:r>
            <a:r>
              <a:rPr lang="pt-BR" altLang="pt-BR" dirty="0"/>
              <a:t> (intercalados):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35100"/>
            <a:ext cx="843528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&lt;40;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r>
              <a:rPr lang="pt-BR" altLang="pt-BR" sz="24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 </a:t>
            </a:r>
            <a:r>
              <a:rPr lang="pt-BR" altLang="pt-BR" sz="2400" dirty="0">
                <a:latin typeface="Courier New" panose="02070309020205020404" pitchFamily="49" charset="0"/>
              </a:rPr>
              <a:t>+ 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 +     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                    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  <a:r>
              <a:rPr lang="pt-BR" altLang="pt-BR" sz="2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n</a:t>
            </a:r>
            <a:r>
              <a:rPr lang="pt-BR" altLang="pt-BR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Nota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590031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E09B856-7400-4BED-B72D-489DE4FAD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CA2BEF-A14F-4EBE-95AA-0EBD0BAC6F08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39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7FB25BA-1A2E-4A35-81C0-E35153EC8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9F53C00-B620-4D02-B412-DD151F90F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Como será impresso: 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1665CFA4-4DB7-4E05-9FA9-866DD24C1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2492375"/>
            <a:ext cx="6481762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ALFREDO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 98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PEDRO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85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RICARDO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100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ONOFRE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63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MARTINS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45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dois vetores </a:t>
            </a:r>
            <a:r>
              <a:rPr lang="pt-BR" altLang="pt-BR" u="sng" dirty="0"/>
              <a:t>relacionados</a:t>
            </a:r>
            <a:r>
              <a:rPr lang="pt-BR" altLang="pt-BR" dirty="0"/>
              <a:t> (horizontal):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36768"/>
            <a:ext cx="86868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&lt;40;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/>
              <a:t>+</a:t>
            </a:r>
            <a:r>
              <a:rPr lang="pt-BR" altLang="pt-BR" sz="2400" dirty="0">
                <a:latin typeface="Courier New" panose="02070309020205020404" pitchFamily="49" charset="0"/>
              </a:rPr>
              <a:t>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 +         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                     </a:t>
            </a:r>
            <a:r>
              <a:rPr lang="pt-BR" altLang="pt-BR" sz="2400" dirty="0">
                <a:solidFill>
                  <a:srgbClr val="0000FF"/>
                </a:solidFill>
              </a:rPr>
              <a:t>" - 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Nota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/>
              <a:t>+</a:t>
            </a:r>
            <a:r>
              <a:rPr lang="pt-BR" altLang="pt-BR" sz="2400" dirty="0">
                <a:latin typeface="Courier New" panose="02070309020205020404" pitchFamily="49" charset="0"/>
              </a:rPr>
              <a:t>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579647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AC9EC870-E7D3-4991-BA73-5C1292BE44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50A0B9-F62A-4507-BD43-6BE44C908CC7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1656D27-D34D-4615-B977-0406B56E3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AC0FE7B-62D4-4B71-9E40-DB45D6169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Como será impresso: 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B71EB8EA-C1BA-4185-8ED9-9F1F28AC1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2492375"/>
            <a:ext cx="6481762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ALFREDO - Nota  : 98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PEDRO - 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85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RICARDO - 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100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ONOFRE - 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63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MARTINS - 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45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ECF73ED2-ED3F-4F0A-8DEB-545FB149A3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0B0C55-27A4-4A93-BB9A-30FEB019A10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D9C9B50-FAB0-47F3-827B-A74AC1040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CCE8983-5A9E-4FC0-B28F-34185BAE4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dois vetores </a:t>
            </a:r>
            <a:r>
              <a:rPr lang="pt-BR" altLang="pt-BR" u="sng" dirty="0"/>
              <a:t>relacionados</a:t>
            </a:r>
            <a:r>
              <a:rPr lang="pt-BR" altLang="pt-BR" dirty="0"/>
              <a:t> (um depois do outro):</a:t>
            </a:r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7A6CD143-EF1F-437B-9E60-20DEF97D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1" y="2492896"/>
            <a:ext cx="8723312" cy="3619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double</a:t>
            </a:r>
            <a:r>
              <a:rPr lang="pt-BR" altLang="pt-BR" sz="2400" dirty="0">
                <a:latin typeface="Courier New" panose="02070309020205020404" pitchFamily="49" charset="0"/>
              </a:rPr>
              <a:t>[40];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&lt;40;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.</a:t>
            </a:r>
            <a:r>
              <a:rPr lang="pt-BR" altLang="pt-BR" sz="2400" dirty="0" err="1">
                <a:latin typeface="Courier New" panose="02070309020205020404" pitchFamily="49" charset="0"/>
              </a:rPr>
              <a:t>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"</a:t>
            </a:r>
            <a:r>
              <a:rPr lang="pt-BR" altLang="pt-BR" sz="2400" dirty="0">
                <a:latin typeface="Courier New" panose="02070309020205020404" pitchFamily="49" charset="0"/>
              </a:rPr>
              <a:t>+NOMES[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&lt;40;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.</a:t>
            </a:r>
            <a:r>
              <a:rPr lang="pt-BR" altLang="pt-BR" sz="2400" dirty="0" err="1">
                <a:latin typeface="Courier New" panose="02070309020205020404" pitchFamily="49" charset="0"/>
              </a:rPr>
              <a:t>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"Nota  : "</a:t>
            </a:r>
            <a:r>
              <a:rPr lang="pt-BR" altLang="pt-BR" sz="2400" dirty="0">
                <a:latin typeface="Courier New" panose="02070309020205020404" pitchFamily="49" charset="0"/>
              </a:rPr>
              <a:t>+NOTAS[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3565135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3B567512-96B8-4184-A17F-6889C8532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FB8DCF-D209-49D2-B971-E0CE6693D43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D7C2AFC-3233-40FC-A5EF-3E0626689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 - Impressão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40B058EE-51BC-4B44-854F-3EBB1616A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856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Como será impresso: </a:t>
            </a:r>
          </a:p>
        </p:txBody>
      </p:sp>
      <p:sp>
        <p:nvSpPr>
          <p:cNvPr id="32773" name="Text Box 4">
            <a:extLst>
              <a:ext uri="{FF2B5EF4-FFF2-40B4-BE49-F238E27FC236}">
                <a16:creationId xmlns:a16="http://schemas.microsoft.com/office/drawing/2014/main" id="{7241B5A1-C09F-42FE-B9EF-A78B80776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2492375"/>
            <a:ext cx="6481762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 ALFREDO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PEDRO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RICARDO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ONOFRE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Aluno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MARTINS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...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 98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85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100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63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Nota  :</a:t>
            </a:r>
            <a:r>
              <a:rPr lang="pt-BR" altLang="pt-BR" sz="1800">
                <a:latin typeface="Courier New" panose="02070309020205020404" pitchFamily="49" charset="0"/>
              </a:rPr>
              <a:t> </a:t>
            </a:r>
            <a:r>
              <a:rPr lang="pt-BR" altLang="pt-BR" sz="1800" b="1">
                <a:latin typeface="Courier New" panose="02070309020205020404" pitchFamily="49" charset="0"/>
              </a:rPr>
              <a:t>45</a:t>
            </a:r>
          </a:p>
          <a:p>
            <a:pPr eaLnBrk="1" hangingPunct="1"/>
            <a:r>
              <a:rPr lang="pt-BR" altLang="pt-BR" sz="1800" b="1">
                <a:latin typeface="Courier New" panose="02070309020205020404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192E1B-E549-4A51-AE09-EFF3E3CFC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06CD96-5DB8-44A5-897D-E5D7D2268BAE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A102FEB-DC9E-4078-ADBA-A41F5FC31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 1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A15ED75-2F43-467E-97FD-24C7B8A21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453072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pt-BR" altLang="pt-BR" dirty="0"/>
              <a:t>Faça um programa que preencha (leia) um vetor de 10 posições do tipo inteiro. </a:t>
            </a:r>
            <a:r>
              <a:rPr lang="pt-BR" altLang="pt-BR" b="1" u="sng" dirty="0"/>
              <a:t>A seguir</a:t>
            </a:r>
            <a:r>
              <a:rPr lang="pt-BR" altLang="pt-BR" dirty="0"/>
              <a:t> conte e imprima quantos valores armazenados neste vetor são pares (divisíveis por 2).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79C230D-BEAB-4A76-AFE9-C7C630EF83BC}"/>
              </a:ext>
            </a:extLst>
          </p:cNvPr>
          <p:cNvSpPr txBox="1"/>
          <p:nvPr/>
        </p:nvSpPr>
        <p:spPr>
          <a:xfrm>
            <a:off x="1547664" y="3097411"/>
            <a:ext cx="1368152" cy="313932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pt-BR" sz="1800" i="1" dirty="0"/>
              <a:t>Entrada:</a:t>
            </a:r>
          </a:p>
          <a:p>
            <a:r>
              <a:rPr lang="pt-BR" sz="1800" b="1" dirty="0"/>
              <a:t>34</a:t>
            </a:r>
          </a:p>
          <a:p>
            <a:r>
              <a:rPr lang="pt-BR" sz="1800" b="1" dirty="0"/>
              <a:t>5</a:t>
            </a:r>
          </a:p>
          <a:p>
            <a:r>
              <a:rPr lang="pt-BR" sz="1800" b="1" dirty="0"/>
              <a:t>7</a:t>
            </a:r>
          </a:p>
          <a:p>
            <a:r>
              <a:rPr lang="pt-BR" sz="1800" b="1" dirty="0"/>
              <a:t>81</a:t>
            </a:r>
          </a:p>
          <a:p>
            <a:r>
              <a:rPr lang="pt-BR" sz="1800" b="1" dirty="0"/>
              <a:t>190</a:t>
            </a:r>
          </a:p>
          <a:p>
            <a:r>
              <a:rPr lang="pt-BR" sz="1800" b="1" dirty="0"/>
              <a:t>4</a:t>
            </a:r>
          </a:p>
          <a:p>
            <a:r>
              <a:rPr lang="pt-BR" sz="1800" b="1" dirty="0"/>
              <a:t>13</a:t>
            </a:r>
          </a:p>
          <a:p>
            <a:r>
              <a:rPr lang="pt-BR" sz="1800" b="1" dirty="0"/>
              <a:t>26</a:t>
            </a:r>
          </a:p>
          <a:p>
            <a:r>
              <a:rPr lang="pt-BR" sz="1800" b="1" dirty="0"/>
              <a:t>356</a:t>
            </a:r>
          </a:p>
          <a:p>
            <a:r>
              <a:rPr lang="pt-BR" sz="1800" b="1" dirty="0"/>
              <a:t>13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4F5F24-B125-4335-93D2-138F706D1598}"/>
              </a:ext>
            </a:extLst>
          </p:cNvPr>
          <p:cNvSpPr txBox="1"/>
          <p:nvPr/>
        </p:nvSpPr>
        <p:spPr>
          <a:xfrm>
            <a:off x="3347864" y="3097096"/>
            <a:ext cx="4104456" cy="64633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pt-BR" sz="1800" i="1" dirty="0"/>
              <a:t>Saída:</a:t>
            </a:r>
          </a:p>
          <a:p>
            <a:r>
              <a:rPr lang="pt-BR" sz="1800" b="1" dirty="0"/>
              <a:t>Quantidade de números pares =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4B51442-9FAB-40ED-864E-474EBB4A0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64EDD6-9556-4F01-8C1F-1F7DE292D2DC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92D5B98-D870-461C-BE1C-6869F026E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1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sz="1700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3BB7387-C895-4840-BD96-30ED02270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077200" cy="4200525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VetorPar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6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")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 2 == 0)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"Quantidade de números pares =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alt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75556" name="AutoShape 4">
            <a:extLst>
              <a:ext uri="{FF2B5EF4-FFF2-40B4-BE49-F238E27FC236}">
                <a16:creationId xmlns:a16="http://schemas.microsoft.com/office/drawing/2014/main" id="{4189C1FA-4646-40B8-8308-CBE6FE1B5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47" y="3284984"/>
            <a:ext cx="6554589" cy="977900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175557" name="AutoShape 5">
            <a:extLst>
              <a:ext uri="{FF2B5EF4-FFF2-40B4-BE49-F238E27FC236}">
                <a16:creationId xmlns:a16="http://schemas.microsoft.com/office/drawing/2014/main" id="{39047079-98C0-449B-BF83-871BE9FFF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1171698"/>
            <a:ext cx="2376488" cy="504825"/>
          </a:xfrm>
          <a:prstGeom prst="wedgeRectCallout">
            <a:avLst>
              <a:gd name="adj1" fmla="val -65379"/>
              <a:gd name="adj2" fmla="val 3940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>
                <a:latin typeface="Times New Roman" panose="02020603050405020304" pitchFamily="18" charset="0"/>
              </a:rPr>
              <a:t>Leitura do vetor</a:t>
            </a:r>
          </a:p>
        </p:txBody>
      </p:sp>
      <p:sp>
        <p:nvSpPr>
          <p:cNvPr id="1175558" name="AutoShape 6">
            <a:extLst>
              <a:ext uri="{FF2B5EF4-FFF2-40B4-BE49-F238E27FC236}">
                <a16:creationId xmlns:a16="http://schemas.microsoft.com/office/drawing/2014/main" id="{C28214B1-EE2A-465B-969A-FD8D7B8FC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60" y="4266290"/>
            <a:ext cx="6518076" cy="977900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 dirty="0"/>
          </a:p>
        </p:txBody>
      </p:sp>
      <p:sp>
        <p:nvSpPr>
          <p:cNvPr id="1175559" name="AutoShape 7">
            <a:extLst>
              <a:ext uri="{FF2B5EF4-FFF2-40B4-BE49-F238E27FC236}">
                <a16:creationId xmlns:a16="http://schemas.microsoft.com/office/drawing/2014/main" id="{17CACC8F-DF09-474A-B4D2-22EE2DFB2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017" y="2420888"/>
            <a:ext cx="2376487" cy="1152525"/>
          </a:xfrm>
          <a:prstGeom prst="wedgeRectCallout">
            <a:avLst>
              <a:gd name="adj1" fmla="val -109454"/>
              <a:gd name="adj2" fmla="val 1311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>
                <a:latin typeface="Times New Roman" panose="02020603050405020304" pitchFamily="18" charset="0"/>
              </a:rPr>
              <a:t>Processamento dos dados do vetor</a:t>
            </a:r>
          </a:p>
        </p:txBody>
      </p:sp>
    </p:spTree>
    <p:extLst>
      <p:ext uri="{BB962C8B-B14F-4D97-AF65-F5344CB8AC3E}">
        <p14:creationId xmlns:p14="http://schemas.microsoft.com/office/powerpoint/2010/main" val="312102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5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5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5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5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7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5556" grpId="0" animBg="1"/>
      <p:bldP spid="1175557" grpId="0" animBg="1"/>
      <p:bldP spid="1175558" grpId="0" animBg="1"/>
      <p:bldP spid="117555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C50A00-1AC6-41AC-B904-4C7C6B932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858A54-B2B9-4878-849F-BDAD78B307C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8CC1B00-5D02-45AD-A3B5-10D9A42F5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 2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4B1C42D-BA46-4B88-91DD-3EDB48264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4530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pt-BR" altLang="pt-BR" dirty="0"/>
              <a:t>Faça um programa que leia 10 valores numéricos inteiros. </a:t>
            </a:r>
            <a:r>
              <a:rPr lang="pt-BR" altLang="pt-BR" b="1" u="sng" dirty="0"/>
              <a:t>A seguir</a:t>
            </a:r>
            <a:r>
              <a:rPr lang="pt-BR" altLang="pt-BR" dirty="0"/>
              <a:t> imprima quais destes números são ímpares (não divisíveis por 2).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52EE91-9CCF-41D0-B229-CBCFA104040E}"/>
              </a:ext>
            </a:extLst>
          </p:cNvPr>
          <p:cNvSpPr txBox="1"/>
          <p:nvPr/>
        </p:nvSpPr>
        <p:spPr>
          <a:xfrm>
            <a:off x="1547664" y="3097411"/>
            <a:ext cx="1368152" cy="313932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pt-BR" sz="1800" i="1" dirty="0"/>
              <a:t>Entrada:</a:t>
            </a:r>
          </a:p>
          <a:p>
            <a:r>
              <a:rPr lang="pt-BR" sz="1800" b="1" dirty="0"/>
              <a:t>34</a:t>
            </a:r>
          </a:p>
          <a:p>
            <a:r>
              <a:rPr lang="pt-BR" sz="1800" b="1" dirty="0"/>
              <a:t>5</a:t>
            </a:r>
          </a:p>
          <a:p>
            <a:r>
              <a:rPr lang="pt-BR" sz="1800" b="1" dirty="0"/>
              <a:t>7</a:t>
            </a:r>
          </a:p>
          <a:p>
            <a:r>
              <a:rPr lang="pt-BR" sz="1800" b="1" dirty="0"/>
              <a:t>81</a:t>
            </a:r>
          </a:p>
          <a:p>
            <a:r>
              <a:rPr lang="pt-BR" sz="1800" b="1" dirty="0"/>
              <a:t>190</a:t>
            </a:r>
          </a:p>
          <a:p>
            <a:r>
              <a:rPr lang="pt-BR" sz="1800" b="1" dirty="0"/>
              <a:t>4</a:t>
            </a:r>
          </a:p>
          <a:p>
            <a:r>
              <a:rPr lang="pt-BR" sz="1800" b="1" dirty="0"/>
              <a:t>13</a:t>
            </a:r>
          </a:p>
          <a:p>
            <a:r>
              <a:rPr lang="pt-BR" sz="1800" b="1" dirty="0"/>
              <a:t>26</a:t>
            </a:r>
          </a:p>
          <a:p>
            <a:r>
              <a:rPr lang="pt-BR" sz="1800" b="1" dirty="0"/>
              <a:t>356</a:t>
            </a:r>
          </a:p>
          <a:p>
            <a:r>
              <a:rPr lang="pt-BR" sz="1800" b="1" dirty="0"/>
              <a:t>19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58967E-06B0-4849-A39F-D8779BF435DB}"/>
              </a:ext>
            </a:extLst>
          </p:cNvPr>
          <p:cNvSpPr txBox="1"/>
          <p:nvPr/>
        </p:nvSpPr>
        <p:spPr>
          <a:xfrm>
            <a:off x="3347864" y="3097096"/>
            <a:ext cx="1368152" cy="175432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pt-BR" sz="1800" i="1" dirty="0"/>
              <a:t>Saída:</a:t>
            </a:r>
          </a:p>
          <a:p>
            <a:r>
              <a:rPr lang="pt-BR" sz="1800" b="1" dirty="0"/>
              <a:t>5</a:t>
            </a:r>
          </a:p>
          <a:p>
            <a:r>
              <a:rPr lang="pt-BR" sz="1800" b="1" dirty="0"/>
              <a:t>7</a:t>
            </a:r>
          </a:p>
          <a:p>
            <a:r>
              <a:rPr lang="pt-BR" sz="1800" b="1" dirty="0"/>
              <a:t>81</a:t>
            </a:r>
          </a:p>
          <a:p>
            <a:r>
              <a:rPr lang="pt-BR" sz="1800" b="1" dirty="0"/>
              <a:t>13</a:t>
            </a:r>
          </a:p>
          <a:p>
            <a:r>
              <a:rPr lang="pt-BR" sz="1800" b="1" dirty="0"/>
              <a:t>19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4B51442-9FAB-40ED-864E-474EBB4A0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64EDD6-9556-4F01-8C1F-1F7DE292D2DC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92D5B98-D870-461C-BE1C-6869F026E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2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sz="1700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3BB7387-C895-4840-BD96-30ED02270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077200" cy="4200525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VetorPar2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6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")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 2 != 0)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75556" name="AutoShape 4">
            <a:extLst>
              <a:ext uri="{FF2B5EF4-FFF2-40B4-BE49-F238E27FC236}">
                <a16:creationId xmlns:a16="http://schemas.microsoft.com/office/drawing/2014/main" id="{4189C1FA-4646-40B8-8308-CBE6FE1B5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47" y="3031962"/>
            <a:ext cx="6554589" cy="977900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175557" name="AutoShape 5">
            <a:extLst>
              <a:ext uri="{FF2B5EF4-FFF2-40B4-BE49-F238E27FC236}">
                <a16:creationId xmlns:a16="http://schemas.microsoft.com/office/drawing/2014/main" id="{39047079-98C0-449B-BF83-871BE9FFF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871" y="1167953"/>
            <a:ext cx="2376488" cy="504825"/>
          </a:xfrm>
          <a:prstGeom prst="wedgeRectCallout">
            <a:avLst>
              <a:gd name="adj1" fmla="val -95491"/>
              <a:gd name="adj2" fmla="val 33364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Leitura do vetor</a:t>
            </a:r>
          </a:p>
        </p:txBody>
      </p:sp>
      <p:sp>
        <p:nvSpPr>
          <p:cNvPr id="1175558" name="AutoShape 6">
            <a:extLst>
              <a:ext uri="{FF2B5EF4-FFF2-40B4-BE49-F238E27FC236}">
                <a16:creationId xmlns:a16="http://schemas.microsoft.com/office/drawing/2014/main" id="{C28214B1-EE2A-465B-969A-FD8D7B8FC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60" y="4003312"/>
            <a:ext cx="6518076" cy="977900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 dirty="0"/>
          </a:p>
        </p:txBody>
      </p:sp>
      <p:sp>
        <p:nvSpPr>
          <p:cNvPr id="1175559" name="AutoShape 7">
            <a:extLst>
              <a:ext uri="{FF2B5EF4-FFF2-40B4-BE49-F238E27FC236}">
                <a16:creationId xmlns:a16="http://schemas.microsoft.com/office/drawing/2014/main" id="{17CACC8F-DF09-474A-B4D2-22EE2DFB2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009" y="2420491"/>
            <a:ext cx="2376487" cy="1152525"/>
          </a:xfrm>
          <a:prstGeom prst="wedgeRectCallout">
            <a:avLst>
              <a:gd name="adj1" fmla="val -109454"/>
              <a:gd name="adj2" fmla="val 1311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Processamento dos dados do vetor</a:t>
            </a:r>
          </a:p>
        </p:txBody>
      </p:sp>
    </p:spTree>
    <p:extLst>
      <p:ext uri="{BB962C8B-B14F-4D97-AF65-F5344CB8AC3E}">
        <p14:creationId xmlns:p14="http://schemas.microsoft.com/office/powerpoint/2010/main" val="265602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5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5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5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5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7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5556" grpId="0" animBg="1"/>
      <p:bldP spid="1175557" grpId="0" animBg="1"/>
      <p:bldP spid="1175558" grpId="0" animBg="1"/>
      <p:bldP spid="117555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948C396B-432A-4DED-960D-79C28E07D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A72AD5-A3EE-4772-8EA5-3DF0A5B0AC7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C44FA15-45A8-4766-B2FC-5DE9B88F3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Exercício 1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E918DDB4-D957-4A5C-8000-F190B77962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pt-BR" altLang="pt-BR" dirty="0"/>
              <a:t>Faça um programa que leia 10 valores numéricos inteiros. </a:t>
            </a:r>
            <a:r>
              <a:rPr lang="pt-BR" altLang="pt-BR" b="1" u="sng" dirty="0"/>
              <a:t>A seguir</a:t>
            </a:r>
            <a:r>
              <a:rPr lang="pt-BR" altLang="pt-BR" dirty="0"/>
              <a:t> conte e imprima quantos destes valores são divisíveis por 5 e 7 ao mesmo tempo.</a:t>
            </a:r>
          </a:p>
        </p:txBody>
      </p:sp>
      <p:sp>
        <p:nvSpPr>
          <p:cNvPr id="1177604" name="Rectangle 4">
            <a:extLst>
              <a:ext uri="{FF2B5EF4-FFF2-40B4-BE49-F238E27FC236}">
                <a16:creationId xmlns:a16="http://schemas.microsoft.com/office/drawing/2014/main" id="{E2DD6482-0204-4585-B4EC-930E062A7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157788"/>
            <a:ext cx="53292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Valores informados:  10  63  35  29  70  45  105  21  85  11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Quantidade de divisores de 5 e 7 ao mesmo tempo: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0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45EC68E0-8F31-4531-8576-A57406E7B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748B7C-B92A-4214-A8B7-492CCFF4753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49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EEFB7BC-1876-49B6-A5A1-93043ED5D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Exercício 2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5312E29-F776-43AC-9158-6F28A876B3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pt-BR" altLang="pt-BR" dirty="0"/>
              <a:t>Faça um programa que leia 10 valores numéricos inteiros. </a:t>
            </a:r>
            <a:r>
              <a:rPr lang="pt-BR" altLang="pt-BR" b="1" u="sng" dirty="0"/>
              <a:t>A seguir</a:t>
            </a:r>
            <a:r>
              <a:rPr lang="pt-BR" altLang="pt-BR" dirty="0"/>
              <a:t> imprima quais destes valores são maiores que 5 e menores que 10.</a:t>
            </a:r>
          </a:p>
        </p:txBody>
      </p:sp>
      <p:sp>
        <p:nvSpPr>
          <p:cNvPr id="1180677" name="Rectangle 5">
            <a:extLst>
              <a:ext uri="{FF2B5EF4-FFF2-40B4-BE49-F238E27FC236}">
                <a16:creationId xmlns:a16="http://schemas.microsoft.com/office/drawing/2014/main" id="{1F45D131-860C-41CC-900E-FAFE91ED2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157788"/>
            <a:ext cx="49688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Valores informados:  1  2  3  4  5  6  7  8  9  10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Números impressos:  6  7  8  9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0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0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0677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08EC1925-DCC3-4F9D-8E62-657F407FA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2582BA-3B6B-4306-8AAF-22E00BE23A4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C190523-4AD0-4D33-A5CB-B0FD5B006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Exercício 3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B5683E3-419E-4B0B-8315-D692857EA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pt-BR" altLang="pt-BR" dirty="0"/>
              <a:t>Faça um programa que leia 10 valores numéricos inteiros. </a:t>
            </a:r>
            <a:r>
              <a:rPr lang="pt-BR" altLang="pt-BR" b="1" u="sng" dirty="0"/>
              <a:t>A seguir</a:t>
            </a:r>
            <a:r>
              <a:rPr lang="pt-BR" altLang="pt-BR" dirty="0"/>
              <a:t> imprima quais destes valores são divisores de 34.</a:t>
            </a:r>
          </a:p>
        </p:txBody>
      </p:sp>
      <p:sp>
        <p:nvSpPr>
          <p:cNvPr id="1159172" name="Rectangle 4">
            <a:extLst>
              <a:ext uri="{FF2B5EF4-FFF2-40B4-BE49-F238E27FC236}">
                <a16:creationId xmlns:a16="http://schemas.microsoft.com/office/drawing/2014/main" id="{37975C4B-8FB2-4A03-8EA8-23BC7427A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157788"/>
            <a:ext cx="51133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Valores informados:  2  5  10  12  3  20  17  41  6  18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Números impressos:  2  17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9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9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9172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A7B0586D-B26E-4B83-B60D-BFF730178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3F1705-C815-40E6-B9CF-589CAEEE0D62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423F895-7F04-4A43-B53F-0AD4B94F6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Exercício 4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7336059-FB2B-43EF-8EC8-E2A56390E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pt-BR" altLang="pt-BR" dirty="0"/>
              <a:t>Faça um programa que leia 10 valores numéricos inteiros. </a:t>
            </a:r>
            <a:r>
              <a:rPr lang="pt-BR" altLang="pt-BR" b="1" u="sng" dirty="0"/>
              <a:t>A seguir</a:t>
            </a:r>
            <a:r>
              <a:rPr lang="pt-BR" altLang="pt-BR" dirty="0"/>
              <a:t> imprima estes  valores elevados ao quadrado.</a:t>
            </a:r>
          </a:p>
        </p:txBody>
      </p:sp>
      <p:sp>
        <p:nvSpPr>
          <p:cNvPr id="1160196" name="Rectangle 4">
            <a:extLst>
              <a:ext uri="{FF2B5EF4-FFF2-40B4-BE49-F238E27FC236}">
                <a16:creationId xmlns:a16="http://schemas.microsoft.com/office/drawing/2014/main" id="{123F4D9C-E801-4E5D-B62B-B7CDCA74C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157788"/>
            <a:ext cx="49688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Valores informados:  1  2  3  4  5  6  7  8  9  10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Números impressos:  1  4  9  16  25  36  49  64  81  100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0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0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0196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CA29D252-7E66-4FE9-861D-AC5211678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BB115F-91DC-42A5-81C1-4739B129AA64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1056AF0-17A0-4ABC-9DE2-C054C7F92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Exercício 5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E9B3CBC-D984-42C8-9E08-BC1B7EBDE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pt-BR" altLang="pt-BR" dirty="0"/>
              <a:t>Faça um programa que preencha (leia) um vetor de 10 posições do tipo inteiro. </a:t>
            </a:r>
            <a:r>
              <a:rPr lang="pt-BR" altLang="pt-BR" b="1" u="sng" dirty="0"/>
              <a:t>A seguir </a:t>
            </a:r>
            <a:r>
              <a:rPr lang="pt-BR" altLang="pt-BR" dirty="0"/>
              <a:t>pesquise e imprima o maior valor armazenado neste vetor.</a:t>
            </a:r>
          </a:p>
        </p:txBody>
      </p:sp>
      <p:sp>
        <p:nvSpPr>
          <p:cNvPr id="1189892" name="Rectangle 4">
            <a:extLst>
              <a:ext uri="{FF2B5EF4-FFF2-40B4-BE49-F238E27FC236}">
                <a16:creationId xmlns:a16="http://schemas.microsoft.com/office/drawing/2014/main" id="{0ACB7DE9-FE9E-4464-93D0-7857F6144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157788"/>
            <a:ext cx="504031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Valores informados:  15  18  7  96  3  52  32  154  42  9  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Maior Valor:  154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9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9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9892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Impressão Normal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6443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normal de um vetor: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80806"/>
            <a:ext cx="7715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NOTAS[]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[</a:t>
            </a:r>
            <a:r>
              <a:rPr lang="pt-BR" altLang="pt-BR" sz="2400" b="1" dirty="0">
                <a:latin typeface="Courier New" panose="02070309020205020404" pitchFamily="49" charset="0"/>
              </a:rPr>
              <a:t>10</a:t>
            </a:r>
            <a:r>
              <a:rPr lang="pt-BR" altLang="pt-BR" sz="2400" dirty="0">
                <a:latin typeface="Courier New" panose="02070309020205020404" pitchFamily="49" charset="0"/>
              </a:rPr>
              <a:t>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</a:rPr>
              <a:t>10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Nota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+NOTAS[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950109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>
            <a:extLst>
              <a:ext uri="{FF2B5EF4-FFF2-40B4-BE49-F238E27FC236}">
                <a16:creationId xmlns:a16="http://schemas.microsoft.com/office/drawing/2014/main" id="{763EAC3D-63C8-4251-9255-7167F713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pt-BR" altLang="pt-BR" dirty="0"/>
              <a:t>VETOR - Impressão Normal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EDAC45-50B7-4075-ACE5-723F202ED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237FA-BB4C-4D03-BEA7-5E05E3F3288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D122C2E-2B5F-421B-9E9E-78BC61597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pt-BR" dirty="0"/>
              <a:t>Como será impresso:</a:t>
            </a:r>
          </a:p>
          <a:p>
            <a:pPr marL="0" indent="0" algn="ctr" eaLnBrk="1" hangingPunct="1">
              <a:buFont typeface="Wingdings" pitchFamily="2" charset="2"/>
              <a:buNone/>
              <a:defRPr/>
            </a:pPr>
            <a:endParaRPr lang="pt-BR" sz="2400" b="1" dirty="0">
              <a:latin typeface="Courier New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400" b="1" dirty="0">
                <a:latin typeface="Courier New" pitchFamily="49" charset="0"/>
              </a:rPr>
              <a:t>      Notas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pt-BR" sz="2000" b="1" dirty="0">
              <a:latin typeface="Courier New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pt-BR" sz="900" b="1" dirty="0">
              <a:latin typeface="Courier New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 75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96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34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79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85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/>
              <a:t>			       </a:t>
            </a:r>
            <a:r>
              <a:rPr lang="pt-BR" sz="1100" b="1" dirty="0"/>
              <a:t>.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1100" b="1" dirty="0"/>
              <a:t>			             .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1100" b="1" dirty="0"/>
              <a:t>			             .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55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pt-BR" sz="1800" b="1" dirty="0"/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973F3DE4-978A-4E3E-B955-51BFF47631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4030115"/>
              </p:ext>
            </p:extLst>
          </p:nvPr>
        </p:nvGraphicFramePr>
        <p:xfrm>
          <a:off x="2700338" y="2513231"/>
          <a:ext cx="4535490" cy="7921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96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34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79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85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91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68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70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94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eta para baixo 11">
            <a:extLst>
              <a:ext uri="{FF2B5EF4-FFF2-40B4-BE49-F238E27FC236}">
                <a16:creationId xmlns:a16="http://schemas.microsoft.com/office/drawing/2014/main" id="{EA9682BC-0CB5-4FBE-9DFA-5FDB292202B6}"/>
              </a:ext>
            </a:extLst>
          </p:cNvPr>
          <p:cNvSpPr/>
          <p:nvPr/>
        </p:nvSpPr>
        <p:spPr bwMode="auto">
          <a:xfrm rot="17232593">
            <a:off x="3374232" y="2669381"/>
            <a:ext cx="287338" cy="911225"/>
          </a:xfrm>
          <a:prstGeom prst="downArrow">
            <a:avLst>
              <a:gd name="adj1" fmla="val 50000"/>
              <a:gd name="adj2" fmla="val 65027"/>
            </a:avLst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pt-BR">
              <a:ln>
                <a:solidFill>
                  <a:schemeClr val="tx1"/>
                </a:solidFill>
              </a:ln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15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79296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Impressão </a:t>
            </a:r>
            <a:r>
              <a:rPr lang="pt-BR" altLang="pt-BR" u="sng" dirty="0"/>
              <a:t>Inversa</a:t>
            </a:r>
            <a:endParaRPr lang="pt-BR" altLang="pt-BR" dirty="0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2880806"/>
            <a:ext cx="6697612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dirty="0">
                <a:latin typeface="Courier New" panose="02070309020205020404" pitchFamily="49" charset="0"/>
              </a:rPr>
              <a:t> NOTAS[]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dirty="0">
                <a:latin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dirty="0">
                <a:latin typeface="Courier New" panose="02070309020205020404" pitchFamily="49" charset="0"/>
              </a:rPr>
              <a:t>[10];</a:t>
            </a:r>
            <a:endParaRPr lang="pt-BR" altLang="pt-BR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b="1" dirty="0">
                <a:latin typeface="Courier New" panose="02070309020205020404" pitchFamily="49" charset="0"/>
              </a:rPr>
              <a:t> </a:t>
            </a:r>
            <a:r>
              <a:rPr lang="pt-BR" altLang="pt-BR" dirty="0">
                <a:latin typeface="Courier New" panose="02070309020205020404" pitchFamily="49" charset="0"/>
              </a:rPr>
              <a:t>(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b="1" dirty="0">
                <a:latin typeface="Courier New" panose="02070309020205020404" pitchFamily="49" charset="0"/>
              </a:rPr>
              <a:t>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=</a:t>
            </a:r>
            <a:r>
              <a:rPr lang="pt-BR" altLang="pt-BR" b="1" dirty="0">
                <a:latin typeface="Courier New" panose="02070309020205020404" pitchFamily="49" charset="0"/>
              </a:rPr>
              <a:t>NOTAS.lenght-1</a:t>
            </a:r>
            <a:r>
              <a:rPr lang="pt-BR" altLang="pt-BR" dirty="0">
                <a:latin typeface="Courier New" panose="02070309020205020404" pitchFamily="49" charset="0"/>
              </a:rPr>
              <a:t>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&gt;=0;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--)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dirty="0">
                <a:latin typeface="Courier New" panose="02070309020205020404" pitchFamily="49" charset="0"/>
              </a:rPr>
              <a:t>   </a:t>
            </a:r>
            <a:r>
              <a:rPr lang="pt-BR" altLang="pt-BR" dirty="0" err="1">
                <a:latin typeface="Courier New" panose="02070309020205020404" pitchFamily="49" charset="0"/>
              </a:rPr>
              <a:t>System.</a:t>
            </a:r>
            <a:r>
              <a:rPr lang="pt-BR" altLang="pt-BR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dirty="0" err="1">
                <a:latin typeface="Courier New" panose="02070309020205020404" pitchFamily="49" charset="0"/>
              </a:rPr>
              <a:t>.println</a:t>
            </a:r>
            <a:r>
              <a:rPr lang="pt-BR" altLang="pt-BR" dirty="0">
                <a:latin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</a:rPr>
              <a:t>"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</a:rPr>
              <a:t>Nota : </a:t>
            </a:r>
            <a:r>
              <a:rPr lang="pt-BR" altLang="pt-BR" dirty="0">
                <a:solidFill>
                  <a:srgbClr val="0000FF"/>
                </a:solidFill>
              </a:rPr>
              <a:t>"</a:t>
            </a:r>
            <a:r>
              <a:rPr lang="pt-BR" altLang="pt-BR" dirty="0">
                <a:latin typeface="Courier New" panose="02070309020205020404" pitchFamily="49" charset="0"/>
              </a:rPr>
              <a:t>+NOTAS[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]);</a:t>
            </a:r>
            <a:r>
              <a:rPr lang="pt-BR" altLang="pt-BR" b="1" dirty="0">
                <a:latin typeface="Courier New" panose="02070309020205020404" pitchFamily="49" charset="0"/>
              </a:rPr>
              <a:t> 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BE8C5F0-9D7D-43C6-BC52-2CA494903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6443"/>
            <a:ext cx="8229600" cy="958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kern="0" dirty="0"/>
              <a:t>Impressão </a:t>
            </a:r>
            <a:r>
              <a:rPr lang="pt-BR" altLang="pt-BR" u="sng" kern="0" dirty="0"/>
              <a:t>inversa</a:t>
            </a:r>
            <a:r>
              <a:rPr lang="pt-BR" altLang="pt-BR" kern="0" dirty="0"/>
              <a:t> </a:t>
            </a:r>
            <a:r>
              <a:rPr lang="pt-BR" altLang="pt-BR" dirty="0"/>
              <a:t>de um vetor</a:t>
            </a:r>
            <a:r>
              <a:rPr lang="pt-BR" altLang="pt-BR" kern="0" dirty="0"/>
              <a:t> (1):</a:t>
            </a:r>
          </a:p>
        </p:txBody>
      </p:sp>
      <p:grpSp>
        <p:nvGrpSpPr>
          <p:cNvPr id="6" name="Grupo 11">
            <a:extLst>
              <a:ext uri="{FF2B5EF4-FFF2-40B4-BE49-F238E27FC236}">
                <a16:creationId xmlns:a16="http://schemas.microsoft.com/office/drawing/2014/main" id="{BC27A3F1-4265-471F-9A9E-F58F8561843C}"/>
              </a:ext>
            </a:extLst>
          </p:cNvPr>
          <p:cNvGrpSpPr>
            <a:grpSpLocks/>
          </p:cNvGrpSpPr>
          <p:nvPr/>
        </p:nvGrpSpPr>
        <p:grpSpPr bwMode="auto">
          <a:xfrm>
            <a:off x="6759054" y="2085673"/>
            <a:ext cx="2384946" cy="1577314"/>
            <a:chOff x="4763143" y="3007580"/>
            <a:chExt cx="2360012" cy="157732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54D1A713-B2B2-4AB3-8E68-C4C56D270D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63552">
              <a:off x="4805618" y="4093193"/>
              <a:ext cx="1129898" cy="491708"/>
            </a:xfrm>
            <a:prstGeom prst="leftArrow">
              <a:avLst>
                <a:gd name="adj1" fmla="val 41435"/>
                <a:gd name="adj2" fmla="val 9239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 dirty="0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DDED563B-62DF-4E7B-B5CF-FF14C482B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3143" y="3007580"/>
              <a:ext cx="2360012" cy="83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altLang="pt-BR" sz="2400" b="1" dirty="0">
                  <a:solidFill>
                    <a:srgbClr val="FF0000"/>
                  </a:solidFill>
                </a:rPr>
                <a:t>Incremento negativo!</a:t>
              </a:r>
              <a:endPara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139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Impressão </a:t>
            </a:r>
            <a:r>
              <a:rPr lang="pt-BR" altLang="pt-BR" u="sng" dirty="0"/>
              <a:t>Inversa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2880806"/>
            <a:ext cx="6697612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dirty="0">
                <a:latin typeface="Courier New" panose="02070309020205020404" pitchFamily="49" charset="0"/>
              </a:rPr>
              <a:t> NOTAS[] = </a:t>
            </a: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dirty="0">
                <a:latin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dirty="0">
                <a:latin typeface="Courier New" panose="02070309020205020404" pitchFamily="49" charset="0"/>
              </a:rPr>
              <a:t>[</a:t>
            </a:r>
            <a:r>
              <a:rPr lang="pt-BR" altLang="pt-BR" b="1" dirty="0">
                <a:latin typeface="Courier New" panose="02070309020205020404" pitchFamily="49" charset="0"/>
              </a:rPr>
              <a:t>10</a:t>
            </a:r>
            <a:r>
              <a:rPr lang="pt-BR" altLang="pt-BR" dirty="0">
                <a:latin typeface="Courier New" panose="02070309020205020404" pitchFamily="49" charset="0"/>
              </a:rPr>
              <a:t>];</a:t>
            </a:r>
            <a:endParaRPr lang="pt-BR" altLang="pt-BR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b="1" dirty="0">
                <a:latin typeface="Courier New" panose="02070309020205020404" pitchFamily="49" charset="0"/>
              </a:rPr>
              <a:t> </a:t>
            </a:r>
            <a:r>
              <a:rPr lang="pt-BR" altLang="pt-BR" dirty="0">
                <a:latin typeface="Courier New" panose="02070309020205020404" pitchFamily="49" charset="0"/>
              </a:rPr>
              <a:t>(</a:t>
            </a:r>
            <a:r>
              <a:rPr lang="pt-BR" altLang="pt-BR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b="1" dirty="0">
                <a:latin typeface="Courier New" panose="02070309020205020404" pitchFamily="49" charset="0"/>
              </a:rPr>
              <a:t>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=</a:t>
            </a:r>
            <a:r>
              <a:rPr lang="pt-BR" altLang="pt-BR" b="1" dirty="0">
                <a:latin typeface="Courier New" panose="02070309020205020404" pitchFamily="49" charset="0"/>
              </a:rPr>
              <a:t>9</a:t>
            </a:r>
            <a:r>
              <a:rPr lang="pt-BR" altLang="pt-BR" dirty="0">
                <a:latin typeface="Courier New" panose="02070309020205020404" pitchFamily="49" charset="0"/>
              </a:rPr>
              <a:t>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&gt;=0; 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--)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dirty="0">
                <a:latin typeface="Courier New" panose="02070309020205020404" pitchFamily="49" charset="0"/>
              </a:rPr>
              <a:t>   </a:t>
            </a:r>
            <a:r>
              <a:rPr lang="pt-BR" altLang="pt-BR" dirty="0" err="1">
                <a:latin typeface="Courier New" panose="02070309020205020404" pitchFamily="49" charset="0"/>
              </a:rPr>
              <a:t>System.</a:t>
            </a:r>
            <a:r>
              <a:rPr lang="pt-BR" altLang="pt-BR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dirty="0" err="1">
                <a:latin typeface="Courier New" panose="02070309020205020404" pitchFamily="49" charset="0"/>
              </a:rPr>
              <a:t>.println</a:t>
            </a:r>
            <a:r>
              <a:rPr lang="pt-BR" altLang="pt-BR" dirty="0">
                <a:latin typeface="Courier New" panose="02070309020205020404" pitchFamily="49" charset="0"/>
              </a:rPr>
              <a:t>(</a:t>
            </a:r>
            <a:r>
              <a:rPr lang="pt-BR" altLang="pt-BR" dirty="0">
                <a:solidFill>
                  <a:srgbClr val="0000FF"/>
                </a:solidFill>
              </a:rPr>
              <a:t>"</a:t>
            </a:r>
            <a:r>
              <a:rPr lang="pt-BR" altLang="pt-BR" dirty="0">
                <a:solidFill>
                  <a:srgbClr val="0000FF"/>
                </a:solidFill>
                <a:latin typeface="Courier New" panose="02070309020205020404" pitchFamily="49" charset="0"/>
              </a:rPr>
              <a:t>Nota : </a:t>
            </a:r>
            <a:r>
              <a:rPr lang="pt-BR" altLang="pt-BR" dirty="0">
                <a:solidFill>
                  <a:srgbClr val="0000FF"/>
                </a:solidFill>
              </a:rPr>
              <a:t>"</a:t>
            </a:r>
            <a:r>
              <a:rPr lang="pt-BR" altLang="pt-BR" dirty="0">
                <a:latin typeface="Courier New" panose="02070309020205020404" pitchFamily="49" charset="0"/>
              </a:rPr>
              <a:t>+NOTAS[</a:t>
            </a:r>
            <a:r>
              <a:rPr lang="pt-BR" alt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dirty="0">
                <a:latin typeface="Courier New" panose="02070309020205020404" pitchFamily="49" charset="0"/>
              </a:rPr>
              <a:t>]);</a:t>
            </a:r>
            <a:r>
              <a:rPr lang="pt-BR" altLang="pt-BR" b="1" dirty="0">
                <a:latin typeface="Courier New" panose="02070309020205020404" pitchFamily="49" charset="0"/>
              </a:rPr>
              <a:t> 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BE8C5F0-9D7D-43C6-BC52-2CA494903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6443"/>
            <a:ext cx="8229600" cy="958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kern="0" dirty="0"/>
              <a:t>Impressão </a:t>
            </a:r>
            <a:r>
              <a:rPr lang="pt-BR" altLang="pt-BR" u="sng" kern="0" dirty="0"/>
              <a:t>inversa</a:t>
            </a:r>
            <a:r>
              <a:rPr lang="pt-BR" altLang="pt-BR" kern="0" dirty="0"/>
              <a:t> </a:t>
            </a:r>
            <a:r>
              <a:rPr lang="pt-BR" altLang="pt-BR" dirty="0"/>
              <a:t>de um vetor</a:t>
            </a:r>
            <a:r>
              <a:rPr lang="pt-BR" altLang="pt-BR" kern="0" dirty="0"/>
              <a:t> (2):</a:t>
            </a:r>
          </a:p>
        </p:txBody>
      </p:sp>
    </p:spTree>
    <p:extLst>
      <p:ext uri="{BB962C8B-B14F-4D97-AF65-F5344CB8AC3E}">
        <p14:creationId xmlns:p14="http://schemas.microsoft.com/office/powerpoint/2010/main" val="8398213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>
            <a:extLst>
              <a:ext uri="{FF2B5EF4-FFF2-40B4-BE49-F238E27FC236}">
                <a16:creationId xmlns:a16="http://schemas.microsoft.com/office/drawing/2014/main" id="{9D380137-BE3B-4C9D-9AEE-3AFB84D3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r>
              <a:rPr lang="pt-BR" altLang="pt-BR" dirty="0"/>
              <a:t>VETOR - Impressão </a:t>
            </a:r>
            <a:r>
              <a:rPr lang="pt-BR" altLang="pt-BR" u="sng" dirty="0"/>
              <a:t>Inversa</a:t>
            </a:r>
            <a:endParaRPr lang="pt-BR" alt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202588-CA23-4B66-BC4A-575033B60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88A478-2362-452D-BE0B-58514C074375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36C99A7-B5D5-4020-8FAF-06C0EDA16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pt-BR" dirty="0"/>
              <a:t>Como será impresso:</a:t>
            </a:r>
          </a:p>
          <a:p>
            <a:pPr marL="0" indent="0" algn="ctr" eaLnBrk="1" hangingPunct="1">
              <a:buFont typeface="Wingdings" pitchFamily="2" charset="2"/>
              <a:buNone/>
              <a:defRPr/>
            </a:pPr>
            <a:endParaRPr lang="pt-BR" sz="2400" b="1" dirty="0">
              <a:latin typeface="Courier New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400" b="1" dirty="0">
                <a:latin typeface="Courier New" pitchFamily="49" charset="0"/>
              </a:rPr>
              <a:t>      Notas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pt-BR" sz="2000" b="1" dirty="0">
              <a:latin typeface="Courier New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pt-BR" sz="900" b="1" dirty="0">
              <a:latin typeface="Courier New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 55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94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70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68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91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/>
              <a:t>			       </a:t>
            </a:r>
            <a:r>
              <a:rPr lang="pt-BR" sz="1100" b="1" dirty="0"/>
              <a:t>.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1100" b="1" dirty="0"/>
              <a:t>			             .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1100" b="1" dirty="0"/>
              <a:t>			             .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sz="2000" b="1" dirty="0">
                <a:latin typeface="Courier New" pitchFamily="49" charset="0"/>
              </a:rPr>
              <a:t>			   Nota :</a:t>
            </a:r>
            <a:r>
              <a:rPr lang="pt-BR" sz="2000" dirty="0"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75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pt-BR" sz="1800" b="1" dirty="0"/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82DF53B2-07CE-496A-9500-21C8BD291A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14762"/>
              </p:ext>
            </p:extLst>
          </p:nvPr>
        </p:nvGraphicFramePr>
        <p:xfrm>
          <a:off x="2700338" y="2349500"/>
          <a:ext cx="4535490" cy="7921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5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96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34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79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85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91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68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70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94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65" marR="68565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eta para baixo 5">
            <a:extLst>
              <a:ext uri="{FF2B5EF4-FFF2-40B4-BE49-F238E27FC236}">
                <a16:creationId xmlns:a16="http://schemas.microsoft.com/office/drawing/2014/main" id="{FCD8B4BC-AA56-44CA-A70D-6B19D5A94301}"/>
              </a:ext>
            </a:extLst>
          </p:cNvPr>
          <p:cNvSpPr/>
          <p:nvPr/>
        </p:nvSpPr>
        <p:spPr bwMode="auto">
          <a:xfrm rot="4225899">
            <a:off x="6182519" y="2669381"/>
            <a:ext cx="287338" cy="911225"/>
          </a:xfrm>
          <a:prstGeom prst="downArrow">
            <a:avLst>
              <a:gd name="adj1" fmla="val 50000"/>
              <a:gd name="adj2" fmla="val 65027"/>
            </a:avLst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pt-BR">
              <a:ln>
                <a:solidFill>
                  <a:schemeClr val="tx1"/>
                </a:solidFill>
              </a:ln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C775B8-4802-4D8F-930B-1C27772AE9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A92D97-A84B-4EDB-B192-31385288F000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FCA75896-26E0-4E60-ADDB-FAB4FC366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3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D2A9F12-B593-461A-9BD3-EA2124A48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pt-BR" altLang="pt-BR" dirty="0"/>
              <a:t>Faça um programa que leia 10 valores numéricos inteiros e depois os imprima em ordem inversa.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59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40587B-076C-4806-B235-1586A4341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3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sz="1700" dirty="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329" y="1556792"/>
            <a:ext cx="8733159" cy="4608512"/>
          </a:xfrm>
        </p:spPr>
        <p:txBody>
          <a:bodyPr/>
          <a:lstStyle/>
          <a:p>
            <a:pPr marL="0" indent="0">
              <a:buNone/>
            </a:pPr>
            <a:r>
              <a:rPr lang="pt-BR" sz="19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9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9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OrdemInversa</a:t>
            </a:r>
            <a:r>
              <a:rPr 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9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9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9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9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9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900" dirty="0">
                <a:latin typeface="Courier New" panose="02070309020205020404" pitchFamily="49" charset="0"/>
              </a:rPr>
              <a:t>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[] </a:t>
            </a:r>
            <a:r>
              <a:rPr lang="pt-BR" altLang="pt-BR" sz="1900" dirty="0">
                <a:latin typeface="Courier New" panose="02070309020205020404" pitchFamily="49" charset="0"/>
              </a:rPr>
              <a:t>= </a:t>
            </a:r>
            <a:r>
              <a:rPr lang="pt-BR" altLang="pt-BR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900" dirty="0">
                <a:latin typeface="Courier New" panose="02070309020205020404" pitchFamily="49" charset="0"/>
              </a:rPr>
              <a:t> </a:t>
            </a:r>
            <a:r>
              <a:rPr lang="pt-BR" altLang="pt-BR" sz="19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900" b="1" dirty="0">
                <a:latin typeface="Courier New" panose="02070309020205020404" pitchFamily="49" charset="0"/>
              </a:rPr>
              <a:t>      </a:t>
            </a:r>
            <a:r>
              <a:rPr lang="pt-BR" altLang="pt-BR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900" b="1" dirty="0">
                <a:latin typeface="Courier New" panose="02070309020205020404" pitchFamily="49" charset="0"/>
              </a:rPr>
              <a:t> 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9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900" dirty="0">
                <a:latin typeface="Courier New" panose="02070309020205020404" pitchFamily="49" charset="0"/>
              </a:rPr>
              <a:t>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9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dirty="0">
                <a:latin typeface="Courier New" panose="02070309020205020404" pitchFamily="49" charset="0"/>
              </a:rPr>
              <a:t>       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9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900" dirty="0">
                <a:latin typeface="Courier New" panose="02070309020205020404" pitchFamily="49" charset="0"/>
              </a:rPr>
              <a:t>(</a:t>
            </a:r>
            <a:r>
              <a:rPr lang="pt-BR" altLang="pt-BR" sz="1900" dirty="0">
                <a:solidFill>
                  <a:srgbClr val="0000FF"/>
                </a:solidFill>
              </a:rPr>
              <a:t>"</a:t>
            </a:r>
            <a:r>
              <a:rPr lang="pt-BR" altLang="pt-BR" sz="19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número inteiro: </a:t>
            </a:r>
            <a:r>
              <a:rPr lang="pt-BR" altLang="pt-BR" sz="1900" dirty="0">
                <a:solidFill>
                  <a:srgbClr val="0000FF"/>
                </a:solidFill>
              </a:rPr>
              <a:t>"</a:t>
            </a:r>
            <a:r>
              <a:rPr lang="pt-BR" altLang="pt-BR" sz="19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dirty="0">
                <a:latin typeface="Courier New" panose="02070309020205020404" pitchFamily="49" charset="0"/>
              </a:rPr>
              <a:t>        </a:t>
            </a:r>
            <a:r>
              <a:rPr lang="pt-BR" altLang="pt-BR" sz="1900" dirty="0" err="1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1900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900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rgbClr val="FF0000"/>
                </a:solidFill>
                <a:latin typeface="Courier New" panose="02070309020205020404" pitchFamily="49" charset="0"/>
              </a:rPr>
              <a:t>] 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teclado.nextInt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b="1" dirty="0">
                <a:latin typeface="Courier New" panose="02070309020205020404" pitchFamily="49" charset="0"/>
              </a:rPr>
              <a:t>      }</a:t>
            </a:r>
            <a:endParaRPr lang="pt-BR" altLang="pt-BR" sz="19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900" b="1" dirty="0">
                <a:latin typeface="Courier New" panose="02070309020205020404" pitchFamily="49" charset="0"/>
              </a:rPr>
              <a:t>      </a:t>
            </a:r>
            <a:r>
              <a:rPr lang="pt-BR" altLang="pt-BR" sz="19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900" b="1" dirty="0">
                <a:latin typeface="Courier New" panose="02070309020205020404" pitchFamily="49" charset="0"/>
              </a:rPr>
              <a:t> 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9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900" dirty="0">
                <a:latin typeface="Courier New" panose="02070309020205020404" pitchFamily="49" charset="0"/>
              </a:rPr>
              <a:t>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=9;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&gt;=0;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--)</a:t>
            </a:r>
            <a:endParaRPr lang="pt-BR" altLang="pt-BR" sz="19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900" b="1" dirty="0">
                <a:latin typeface="Courier New" panose="02070309020205020404" pitchFamily="49" charset="0"/>
              </a:rPr>
              <a:t>       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9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900" dirty="0">
                <a:latin typeface="Courier New" panose="02070309020205020404" pitchFamily="49" charset="0"/>
              </a:rPr>
              <a:t>(</a:t>
            </a:r>
            <a:r>
              <a:rPr lang="pt-BR" altLang="pt-BR" sz="1900" dirty="0" err="1">
                <a:solidFill>
                  <a:srgbClr val="FF0000"/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1900" dirty="0">
                <a:solidFill>
                  <a:srgbClr val="FF0000"/>
                </a:solidFill>
                <a:latin typeface="Courier New" panose="02070309020205020404" pitchFamily="49" charset="0"/>
              </a:rPr>
              <a:t>[</a:t>
            </a:r>
            <a:r>
              <a:rPr lang="pt-BR" altLang="pt-BR" sz="1900" dirty="0" err="1">
                <a:solidFill>
                  <a:srgbClr val="FF0000"/>
                </a:solidFill>
                <a:latin typeface="Courier New" panose="02070309020205020404" pitchFamily="49" charset="0"/>
              </a:rPr>
              <a:t>aux</a:t>
            </a:r>
            <a:r>
              <a:rPr lang="pt-BR" altLang="pt-BR" sz="1900" dirty="0">
                <a:solidFill>
                  <a:srgbClr val="FF0000"/>
                </a:solidFill>
                <a:latin typeface="Courier New" panose="02070309020205020404" pitchFamily="49" charset="0"/>
              </a:rPr>
              <a:t>]</a:t>
            </a:r>
            <a:r>
              <a:rPr lang="pt-BR" altLang="pt-BR" sz="19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9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9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  <a:endParaRPr lang="pt-BR" altLang="pt-BR" sz="19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58308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A4398B-BED7-4B09-8F99-05A7D432FE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F2C3AA-E806-4A6C-A293-7F65C4AC5D0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032CEAC-F498-4D5A-912A-7B3BDA836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4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38FD219-60D8-4888-95E2-22A857C68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3887787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pt-BR" altLang="pt-BR" sz="2900" dirty="0"/>
              <a:t>Faça um programa que leia 100 valores numéricos inteiros informados pelo usuário, e </a:t>
            </a:r>
            <a:r>
              <a:rPr lang="pt-BR" altLang="pt-BR" sz="2900" b="1" u="sng" dirty="0"/>
              <a:t>depois</a:t>
            </a:r>
            <a:r>
              <a:rPr lang="pt-BR" altLang="pt-BR" sz="2900" dirty="0"/>
              <a:t> os imprima um a um, calculando e imprimindo também o valor da função f(x) para cada um destes números.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2900" dirty="0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pt-BR" altLang="pt-BR" sz="3400" dirty="0">
                <a:solidFill>
                  <a:srgbClr val="0000FF"/>
                </a:solidFill>
              </a:rPr>
              <a:t>f(x) = x</a:t>
            </a:r>
            <a:r>
              <a:rPr lang="pt-BR" altLang="pt-BR" sz="3400" baseline="30000" dirty="0">
                <a:solidFill>
                  <a:srgbClr val="0000FF"/>
                </a:solidFill>
              </a:rPr>
              <a:t>2</a:t>
            </a:r>
            <a:r>
              <a:rPr lang="pt-BR" altLang="pt-BR" sz="3400" dirty="0">
                <a:solidFill>
                  <a:srgbClr val="0000FF"/>
                </a:solidFill>
              </a:rPr>
              <a:t> - 1</a:t>
            </a:r>
            <a:endParaRPr lang="pt-BR" altLang="pt-BR" sz="29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4B51442-9FAB-40ED-864E-474EBB4A0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64EDD6-9556-4F01-8C1F-1F7DE292D2DC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92D5B98-D870-461C-BE1C-6869F026E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4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sz="1700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3BB7387-C895-4840-BD96-30ED02270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200525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VetorFuncao3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6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[100];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")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&lt;100;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alt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Math.pow(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],2)-1;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("Número= 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F(x)="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  <a:endParaRPr lang="pt-BR" altLang="pt-BR" sz="16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6235BE5-8B2B-4F80-AC75-39ECD22CF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47" y="3294940"/>
            <a:ext cx="6554589" cy="977900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B4A4232-A100-4332-BCD1-78FB880EF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871" y="1167953"/>
            <a:ext cx="2376488" cy="504825"/>
          </a:xfrm>
          <a:prstGeom prst="wedgeRectCallout">
            <a:avLst>
              <a:gd name="adj1" fmla="val -84338"/>
              <a:gd name="adj2" fmla="val 3467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Leitura do vetor</a:t>
            </a:r>
          </a:p>
        </p:txBody>
      </p:sp>
    </p:spTree>
    <p:extLst>
      <p:ext uri="{BB962C8B-B14F-4D97-AF65-F5344CB8AC3E}">
        <p14:creationId xmlns:p14="http://schemas.microsoft.com/office/powerpoint/2010/main" val="327805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40587B-076C-4806-B235-1586A4341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</a:t>
            </a:r>
            <a:r>
              <a:rPr lang="pt-BR" altLang="pt-BR" b="1" dirty="0"/>
              <a:t>Maior</a:t>
            </a:r>
            <a:r>
              <a:rPr lang="pt-BR" altLang="pt-BR" dirty="0"/>
              <a:t> Valor </a:t>
            </a:r>
            <a:br>
              <a:rPr lang="pt-BR" altLang="pt-BR" dirty="0"/>
            </a:br>
            <a:endParaRPr lang="pt-BR" altLang="pt-BR" sz="1700" dirty="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6144" y="2302667"/>
            <a:ext cx="7452320" cy="4608512"/>
          </a:xfrm>
        </p:spPr>
        <p:txBody>
          <a:bodyPr/>
          <a:lstStyle/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VetorMaiorValor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4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[] 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maior = 0;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pt-BR" alt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==0 ||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&gt; maior)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maior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];</a:t>
            </a:r>
            <a:endParaRPr lang="pt-BR" alt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"Maior valor do vetor = 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+maior);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789969-CF2A-4FC5-B534-E72CE7347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10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sz="3200" dirty="0"/>
              <a:t>Solução convencional (pesquisa o maior valor)</a:t>
            </a:r>
            <a:r>
              <a:rPr lang="pt-BR" altLang="pt-BR" kern="0" dirty="0"/>
              <a:t>: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F07A73D-94B1-4838-A96F-0F04AA299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256" y="4941168"/>
            <a:ext cx="3919904" cy="48998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8FABF273-0F79-4DD4-870B-58962808308A}"/>
              </a:ext>
            </a:extLst>
          </p:cNvPr>
          <p:cNvSpPr>
            <a:spLocks noChangeArrowheads="1"/>
          </p:cNvSpPr>
          <p:nvPr/>
        </p:nvSpPr>
        <p:spPr bwMode="auto">
          <a:xfrm rot="7868867">
            <a:off x="3466490" y="4988659"/>
            <a:ext cx="430212" cy="1223962"/>
          </a:xfrm>
          <a:prstGeom prst="downArrow">
            <a:avLst>
              <a:gd name="adj1" fmla="val 50000"/>
              <a:gd name="adj2" fmla="val 7112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2852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40587B-076C-4806-B235-1586A4341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</a:t>
            </a:r>
            <a:r>
              <a:rPr lang="pt-BR" altLang="pt-BR" b="1" dirty="0"/>
              <a:t>Menor</a:t>
            </a:r>
            <a:r>
              <a:rPr lang="pt-BR" altLang="pt-BR" dirty="0"/>
              <a:t> Valor </a:t>
            </a:r>
            <a:br>
              <a:rPr lang="pt-BR" altLang="pt-BR" dirty="0"/>
            </a:br>
            <a:endParaRPr lang="pt-BR" altLang="pt-BR" sz="1700" dirty="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6144" y="2302667"/>
            <a:ext cx="7452320" cy="4608512"/>
          </a:xfrm>
        </p:spPr>
        <p:txBody>
          <a:bodyPr/>
          <a:lstStyle/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VetorMenorValor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4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[] 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menor = 0;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pt-BR" alt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==0 ||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&lt; menor)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menor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];</a:t>
            </a:r>
            <a:endParaRPr lang="pt-BR" alt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"Menor valor do vetor = 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+menor);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789969-CF2A-4FC5-B534-E72CE7347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10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sz="3200" dirty="0"/>
              <a:t>Solução convencional (pesquisa o menor valor)</a:t>
            </a:r>
            <a:r>
              <a:rPr lang="pt-BR" altLang="pt-BR" kern="0" dirty="0"/>
              <a:t>: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AE1C908D-8D0C-4098-9117-7CC91131FA93}"/>
              </a:ext>
            </a:extLst>
          </p:cNvPr>
          <p:cNvSpPr>
            <a:spLocks noChangeArrowheads="1"/>
          </p:cNvSpPr>
          <p:nvPr/>
        </p:nvSpPr>
        <p:spPr bwMode="auto">
          <a:xfrm rot="7868867">
            <a:off x="5103280" y="5031580"/>
            <a:ext cx="430212" cy="1223962"/>
          </a:xfrm>
          <a:prstGeom prst="downArrow">
            <a:avLst>
              <a:gd name="adj1" fmla="val 50000"/>
              <a:gd name="adj2" fmla="val 7112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66D2A11-AE09-4AF9-BD73-7988359F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256" y="4941168"/>
            <a:ext cx="3919904" cy="48998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5093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40587B-076C-4806-B235-1586A4341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</a:t>
            </a:r>
            <a:r>
              <a:rPr lang="pt-BR" altLang="pt-BR" b="1" dirty="0"/>
              <a:t>Maior</a:t>
            </a:r>
            <a:r>
              <a:rPr lang="pt-BR" altLang="pt-BR" dirty="0"/>
              <a:t> Valor </a:t>
            </a:r>
            <a:br>
              <a:rPr lang="pt-BR" altLang="pt-BR" dirty="0"/>
            </a:br>
            <a:endParaRPr lang="pt-BR" altLang="pt-BR" sz="1700" dirty="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819276"/>
            <a:ext cx="7524327" cy="4634060"/>
          </a:xfrm>
        </p:spPr>
        <p:txBody>
          <a:bodyPr/>
          <a:lstStyle/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VetorMaiorValor2 </a:t>
            </a:r>
            <a:r>
              <a:rPr 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6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[] 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maior;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[0];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=1;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&gt; maior)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maior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];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"Maior valor do vetor = 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+maior);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2BB2308-84EB-4A63-B371-3FCFDA0FF007}"/>
              </a:ext>
            </a:extLst>
          </p:cNvPr>
          <p:cNvSpPr>
            <a:spLocks noChangeArrowheads="1"/>
          </p:cNvSpPr>
          <p:nvPr/>
        </p:nvSpPr>
        <p:spPr bwMode="auto">
          <a:xfrm rot="3317520">
            <a:off x="3793822" y="3630341"/>
            <a:ext cx="430212" cy="1223962"/>
          </a:xfrm>
          <a:prstGeom prst="downArrow">
            <a:avLst>
              <a:gd name="adj1" fmla="val 50000"/>
              <a:gd name="adj2" fmla="val 7112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8EEB7EF-69F2-4995-B0CD-C23F3E242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sz="3200" dirty="0"/>
              <a:t>Solução convencional (</a:t>
            </a:r>
            <a:r>
              <a:rPr lang="pt-BR" altLang="pt-BR" sz="3200" u="sng" dirty="0"/>
              <a:t>melhorada</a:t>
            </a:r>
            <a:r>
              <a:rPr lang="pt-BR" altLang="pt-BR" sz="3200" dirty="0"/>
              <a:t>)</a:t>
            </a:r>
            <a:r>
              <a:rPr lang="pt-BR" altLang="pt-BR" kern="0" dirty="0"/>
              <a:t>: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EBEE3770-A1B4-4DBD-BA8A-D49AA0B5A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5158008"/>
            <a:ext cx="3919904" cy="48998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454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40587B-076C-4806-B235-1586A4341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686799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</a:t>
            </a:r>
            <a:r>
              <a:rPr lang="pt-BR" altLang="pt-BR" b="1" dirty="0"/>
              <a:t>Menor</a:t>
            </a:r>
            <a:r>
              <a:rPr lang="pt-BR" altLang="pt-BR" dirty="0"/>
              <a:t> Valor </a:t>
            </a:r>
            <a:br>
              <a:rPr lang="pt-BR" altLang="pt-BR" dirty="0"/>
            </a:br>
            <a:endParaRPr lang="pt-BR" altLang="pt-BR" sz="1700" dirty="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819276"/>
            <a:ext cx="7786192" cy="3841972"/>
          </a:xfrm>
        </p:spPr>
        <p:txBody>
          <a:bodyPr/>
          <a:lstStyle/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VetorMenorValor2 </a:t>
            </a:r>
            <a:r>
              <a:rPr 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6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[] 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menor;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menor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[0];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=1;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&lt; menor)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menor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vet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];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"Menor valor do vetor = 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+menor);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C9F5D76-CE56-455A-9150-480AB1BD8E4D}"/>
              </a:ext>
            </a:extLst>
          </p:cNvPr>
          <p:cNvSpPr>
            <a:spLocks noChangeArrowheads="1"/>
          </p:cNvSpPr>
          <p:nvPr/>
        </p:nvSpPr>
        <p:spPr bwMode="auto">
          <a:xfrm rot="3317520">
            <a:off x="3840843" y="4317543"/>
            <a:ext cx="430212" cy="1042214"/>
          </a:xfrm>
          <a:prstGeom prst="downArrow">
            <a:avLst>
              <a:gd name="adj1" fmla="val 50000"/>
              <a:gd name="adj2" fmla="val 7112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184CF5-B49D-4903-A495-2FC32471C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sz="3200" dirty="0"/>
              <a:t>Solução convencional (</a:t>
            </a:r>
            <a:r>
              <a:rPr lang="pt-BR" altLang="pt-BR" sz="3200" u="sng" dirty="0"/>
              <a:t>melhorada</a:t>
            </a:r>
            <a:r>
              <a:rPr lang="pt-BR" altLang="pt-BR" sz="3200" dirty="0"/>
              <a:t>)</a:t>
            </a:r>
            <a:r>
              <a:rPr lang="pt-BR" altLang="pt-BR" kern="0" dirty="0"/>
              <a:t>: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0E740230-D14E-412F-BA1D-601DFCC8A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5158008"/>
            <a:ext cx="3919904" cy="48998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8385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453336"/>
          </a:xfrm>
        </p:spPr>
        <p:txBody>
          <a:bodyPr/>
          <a:lstStyle/>
          <a:p>
            <a:pPr marL="0" indent="0">
              <a:buNone/>
            </a:pPr>
            <a:r>
              <a:rPr 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endParaRPr kumimoji="1" lang="pt-BR" altLang="pt-BR" sz="1600" dirty="0"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nome[] 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cargo[] 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salario[] 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maiorSalario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maiorNome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="",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maiorCargo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="";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funcionário: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nome[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cargo do funcionário: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cargo[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salário do funcionário: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salario[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 </a:t>
            </a:r>
            <a:r>
              <a:rPr lang="pt-BR" altLang="pt-BR" sz="1600" dirty="0">
                <a:solidFill>
                  <a:srgbClr val="00B05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// bug do Java</a:t>
            </a:r>
            <a:endParaRPr lang="pt-BR" altLang="pt-BR" sz="160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maiorSalario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salario[0];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=1;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(salario[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&gt;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maiorSalario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altLang="pt-BR" sz="160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maiorSalario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salario[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];</a:t>
            </a: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maiorNome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nome[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];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maiorCargo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cargo[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e cargo do funcionário de maior salário = "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          +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maiorNome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", 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cargoMaior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pt-BR" altLang="pt-BR" sz="160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1898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40587B-076C-4806-B235-1586A4341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</a:t>
            </a:r>
            <a:r>
              <a:rPr lang="pt-BR" altLang="pt-BR" b="1" dirty="0"/>
              <a:t>Maior</a:t>
            </a:r>
            <a:r>
              <a:rPr lang="pt-BR" altLang="pt-BR" dirty="0"/>
              <a:t> Valor </a:t>
            </a:r>
            <a:br>
              <a:rPr lang="pt-BR" altLang="pt-BR" dirty="0"/>
            </a:br>
            <a:endParaRPr lang="pt-BR" altLang="pt-BR" sz="1700" dirty="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2708920"/>
            <a:ext cx="8360289" cy="3096344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NUMEROS[] </a:t>
            </a:r>
            <a:r>
              <a:rPr lang="pt-BR" altLang="pt-BR" sz="1700" dirty="0">
                <a:latin typeface="Courier New" panose="02070309020205020404" pitchFamily="49" charset="0"/>
              </a:rPr>
              <a:t>= </a:t>
            </a: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700" dirty="0">
                <a:latin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xMaior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0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b="1" dirty="0">
                <a:latin typeface="Courier New" panose="02070309020205020404" pitchFamily="49" charset="0"/>
              </a:rPr>
              <a:t>...</a:t>
            </a:r>
            <a:endParaRPr lang="pt-BR" altLang="pt-BR" sz="170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700" b="1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</a:rPr>
              <a:t>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=1;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&lt;100;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(NUMEROS[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&gt; NUMEROS[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xMaior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xMaior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  <a:endParaRPr lang="pt-BR" altLang="pt-BR" sz="17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Maior valor do vetor = 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+NUMEROS[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xMaior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1700" b="1" dirty="0">
              <a:latin typeface="Courier New" panose="020703090202050204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B469F3D-B1F0-43BC-9730-38ED9E37D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10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sz="3200" dirty="0"/>
              <a:t>Solução alternativa (pesquisar a POSIÇÃO do maior valor)</a:t>
            </a:r>
            <a:r>
              <a:rPr lang="pt-BR" altLang="pt-BR" kern="0" dirty="0"/>
              <a:t>: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B0409388-884F-4F53-8FA1-C5CA56A2ABE3}"/>
              </a:ext>
            </a:extLst>
          </p:cNvPr>
          <p:cNvSpPr>
            <a:spLocks noChangeArrowheads="1"/>
          </p:cNvSpPr>
          <p:nvPr/>
        </p:nvSpPr>
        <p:spPr bwMode="auto">
          <a:xfrm rot="4245119">
            <a:off x="2845337" y="2772232"/>
            <a:ext cx="430213" cy="1223962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7593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40587B-076C-4806-B235-1586A4341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658665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 - </a:t>
            </a:r>
            <a:r>
              <a:rPr lang="pt-BR" altLang="pt-BR" b="1" dirty="0"/>
              <a:t>Menor</a:t>
            </a:r>
            <a:r>
              <a:rPr lang="pt-BR" altLang="pt-BR" dirty="0"/>
              <a:t> Valor </a:t>
            </a:r>
            <a:br>
              <a:rPr lang="pt-BR" altLang="pt-BR" dirty="0"/>
            </a:br>
            <a:endParaRPr lang="pt-BR" altLang="pt-BR" sz="1700" dirty="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2708920"/>
            <a:ext cx="8360289" cy="3096344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NUMEROS[] </a:t>
            </a:r>
            <a:r>
              <a:rPr lang="pt-BR" altLang="pt-BR" sz="1700" dirty="0">
                <a:latin typeface="Courier New" panose="02070309020205020404" pitchFamily="49" charset="0"/>
              </a:rPr>
              <a:t>= </a:t>
            </a: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700" dirty="0">
                <a:latin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xMenor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0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b="1" dirty="0">
                <a:latin typeface="Courier New" panose="02070309020205020404" pitchFamily="49" charset="0"/>
              </a:rPr>
              <a:t>...</a:t>
            </a:r>
            <a:endParaRPr lang="pt-BR" altLang="pt-BR" sz="170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700" b="1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</a:rPr>
              <a:t>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=1;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&lt;100;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(NUMEROS[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&lt; NUMEROS[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xMenor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xMenor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pt-BR" altLang="pt-BR" sz="1700" b="1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  <a:endParaRPr lang="pt-BR" altLang="pt-BR" sz="17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7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Menor valor do vetor = 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</a:t>
            </a:r>
            <a:r>
              <a:rPr lang="pt-BR" altLang="pt-BR" sz="17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Numeros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pt-BR" altLang="pt-BR" sz="1700" b="1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xMenor</a:t>
            </a:r>
            <a:r>
              <a:rPr lang="pt-BR" altLang="pt-BR" sz="17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1700" b="1" dirty="0">
              <a:latin typeface="Courier New" panose="020703090202050204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B469F3D-B1F0-43BC-9730-38ED9E37D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4439"/>
            <a:ext cx="8229600" cy="10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sz="3200" dirty="0"/>
              <a:t>Solução alternativa (pesquisar a POSIÇÃO do menor valor)</a:t>
            </a:r>
            <a:r>
              <a:rPr lang="pt-BR" altLang="pt-BR" kern="0" dirty="0"/>
              <a:t>: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143E5DC3-F096-404B-89AC-B8DE3A9A0B8C}"/>
              </a:ext>
            </a:extLst>
          </p:cNvPr>
          <p:cNvSpPr>
            <a:spLocks noChangeArrowheads="1"/>
          </p:cNvSpPr>
          <p:nvPr/>
        </p:nvSpPr>
        <p:spPr bwMode="auto">
          <a:xfrm rot="7906119">
            <a:off x="3660478" y="3961174"/>
            <a:ext cx="430213" cy="1223962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5339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B343F-D333-414B-93ED-CA606DF5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4F271B-A94A-4AA4-AC85-299F4B685776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69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F70BF35-A65A-4D00-871A-AAE16D97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453336"/>
          </a:xfrm>
        </p:spPr>
        <p:txBody>
          <a:bodyPr/>
          <a:lstStyle/>
          <a:p>
            <a:pPr marL="0" indent="0">
              <a:buNone/>
            </a:pPr>
            <a:r>
              <a:rPr 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endParaRPr kumimoji="1" lang="pt-BR" altLang="pt-BR" sz="1600" dirty="0"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nome[] 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cargo[] 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salario[] 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funcionário: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nome[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cargo do funcionário: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cargo[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salário do funcionário: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salario[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 </a:t>
            </a:r>
            <a:r>
              <a:rPr lang="pt-BR" altLang="pt-BR" sz="1600" dirty="0">
                <a:solidFill>
                  <a:srgbClr val="00B05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// bug do Java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for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=1;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(salario[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&gt; salario[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</a:t>
            </a: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e cargo do funcionário de maior salário = "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          +nome[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]+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", 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+cargo[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maiorAux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pt-BR" alt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pt-BR" altLang="pt-BR" sz="160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933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71BAB2-4A7E-4C49-8719-EEFF38E5C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89EFD7C-0C40-4FAA-BD77-D5381BDF5C3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386B49E5-5419-4CF3-BB79-DD9FE4B3F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6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4A55CE1-8FC4-49D3-A7EC-A11EB683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229600" cy="12525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os nomes dos 12 meses do ano (em ordem cronológica) e depois os imprima em ordem inversa.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73D85-D9E6-4326-BC3C-9C7F3EEE7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157788"/>
            <a:ext cx="828675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Meses informados:  janeiro fevereiro março abril maio junho julho agosto setembro outubro ...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Meses impressos:  dezembro novembro outubro setembro agosto julho junho maio abril ...</a:t>
            </a:r>
          </a:p>
        </p:txBody>
      </p:sp>
    </p:spTree>
    <p:extLst>
      <p:ext uri="{BB962C8B-B14F-4D97-AF65-F5344CB8AC3E}">
        <p14:creationId xmlns:p14="http://schemas.microsoft.com/office/powerpoint/2010/main" val="419655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ço Reservado para Número de Slide 4">
            <a:extLst>
              <a:ext uri="{FF2B5EF4-FFF2-40B4-BE49-F238E27FC236}">
                <a16:creationId xmlns:a16="http://schemas.microsoft.com/office/drawing/2014/main" id="{57DAB1E5-EFFA-44C3-97FB-C88D7F9BD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BE46EAD-1C03-4B2B-98A4-0DA291D35848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30CA32A-B962-4569-B924-35BA0A48E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7</a:t>
            </a:r>
            <a:endParaRPr lang="pt-BR" altLang="pt-BR" sz="1700" dirty="0"/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260A63D-4A68-477E-B5F9-80871DDF92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000" y="1332000"/>
            <a:ext cx="8218488" cy="240665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o nome e a nota final de todos os 50 alunos de uma turma. </a:t>
            </a:r>
            <a:r>
              <a:rPr lang="pt-BR" altLang="pt-BR" sz="2600" b="1" u="sng" dirty="0"/>
              <a:t>Após a leitura de todos os dados</a:t>
            </a:r>
            <a:r>
              <a:rPr lang="pt-BR" altLang="pt-BR" sz="2600" dirty="0"/>
              <a:t> o programa deverá imprimir o nome de cada aluno e o seu conceito de acordo com a tabela abaixo.</a:t>
            </a:r>
          </a:p>
        </p:txBody>
      </p:sp>
      <p:graphicFrame>
        <p:nvGraphicFramePr>
          <p:cNvPr id="1229828" name="Group 4">
            <a:extLst>
              <a:ext uri="{FF2B5EF4-FFF2-40B4-BE49-F238E27FC236}">
                <a16:creationId xmlns:a16="http://schemas.microsoft.com/office/drawing/2014/main" id="{537A56F8-2180-41D0-A5B8-78700096504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700338" y="3573463"/>
          <a:ext cx="3694112" cy="2189160"/>
        </p:xfrm>
        <a:graphic>
          <a:graphicData uri="http://schemas.openxmlformats.org/drawingml/2006/table">
            <a:tbl>
              <a:tblPr/>
              <a:tblGrid>
                <a:gridCol w="19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21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Faixa de Nota</a:t>
                      </a:r>
                      <a:endParaRPr kumimoji="0" lang="pt-BR" sz="3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Conceito</a:t>
                      </a:r>
                      <a:endParaRPr kumimoji="0" lang="pt-BR" sz="3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Até 30 </a:t>
                      </a:r>
                      <a:endParaRPr kumimoji="0" lang="pt-BR" sz="3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</a:t>
                      </a:r>
                      <a:endParaRPr kumimoji="0" lang="pt-BR" sz="3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Entre 31 e 60</a:t>
                      </a:r>
                      <a:endParaRPr kumimoji="0" lang="pt-BR" sz="3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</a:t>
                      </a:r>
                      <a:endParaRPr kumimoji="0" lang="pt-BR" sz="3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Entre 61 e 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21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Acima de 80</a:t>
                      </a:r>
                      <a:endParaRPr kumimoji="0" lang="pt-BR" sz="3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endParaRPr kumimoji="0" lang="pt-BR" sz="3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6988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3B9310E1-BA9F-4179-A68C-F6F337A26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259C6B-46BD-44A0-B0E5-25847B3C5A0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CE7E338-92D9-46A6-A9E9-9D7B0AEE0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32000"/>
            <a:ext cx="8178800" cy="3775075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20 números inteiros. </a:t>
            </a:r>
            <a:r>
              <a:rPr lang="pt-BR" altLang="pt-BR" sz="2600" b="1" u="sng" dirty="0"/>
              <a:t>A seguir</a:t>
            </a:r>
            <a:r>
              <a:rPr lang="pt-BR" altLang="pt-BR" sz="2600" dirty="0"/>
              <a:t> imprima 10 números que representam a soma dos 20 números informados inicialmente de forma intercalada ou seja: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pt-BR" altLang="pt-BR" sz="900" dirty="0"/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100" dirty="0"/>
              <a:t>		</a:t>
            </a:r>
            <a:r>
              <a:rPr lang="pt-BR" altLang="pt-BR" sz="2000" dirty="0"/>
              <a:t>Soma 1 = primeiro + décimo primeiro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000" dirty="0"/>
              <a:t>		Soma 2 = segundo + décimo segundo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000" dirty="0"/>
              <a:t>		Soma 3 = terceiro + décimo terceiro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000" dirty="0"/>
              <a:t>		...</a:t>
            </a:r>
          </a:p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000" dirty="0"/>
              <a:t>		Soma 10 = décimo + vigésimo</a:t>
            </a:r>
            <a:endParaRPr lang="pt-BR" altLang="pt-BR" sz="2800" dirty="0"/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FCDC3616-B464-489C-864F-9D96D35E2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8</a:t>
            </a:r>
          </a:p>
        </p:txBody>
      </p:sp>
      <p:sp>
        <p:nvSpPr>
          <p:cNvPr id="1233924" name="Rectangle 4">
            <a:extLst>
              <a:ext uri="{FF2B5EF4-FFF2-40B4-BE49-F238E27FC236}">
                <a16:creationId xmlns:a16="http://schemas.microsoft.com/office/drawing/2014/main" id="{8E76A034-3DC2-44C7-A95B-189D7C781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300663"/>
            <a:ext cx="73453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CC"/>
                </a:solidFill>
              </a:rPr>
              <a:t>Para testar</a:t>
            </a:r>
            <a:r>
              <a:rPr lang="pt-BR" altLang="pt-BR" sz="15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Valores informados:  1  2  3  4  5  6  7  8  9  10  11  12  13  14  15  16  17  18  19  20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Números impressos:  12  14  16  18  20  22  24  26  28  30  </a:t>
            </a:r>
          </a:p>
        </p:txBody>
      </p:sp>
    </p:spTree>
    <p:extLst>
      <p:ext uri="{BB962C8B-B14F-4D97-AF65-F5344CB8AC3E}">
        <p14:creationId xmlns:p14="http://schemas.microsoft.com/office/powerpoint/2010/main" val="82671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3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3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3924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C1562B6F-1514-4C07-AE8D-BB0E30E3A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12152F-F1E5-4D47-9F89-25C9D3F9638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39BAAB10-23D0-4C5F-89D1-F34FC9ADB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229600" cy="4100512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pt-BR" altLang="pt-BR" sz="2600" dirty="0"/>
              <a:t>Faça um programa que leia 10 valores numéricos inteiros. </a:t>
            </a:r>
            <a:r>
              <a:rPr lang="pt-BR" altLang="pt-BR" sz="2600" b="1" u="sng" dirty="0"/>
              <a:t>A seguir</a:t>
            </a:r>
            <a:r>
              <a:rPr lang="pt-BR" altLang="pt-BR" sz="2600" dirty="0"/>
              <a:t> imprima, destes números, quais são divisores da soma de todos os números lidos.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890FE6A6-BD52-47E2-8EE9-0E99365D0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9</a:t>
            </a:r>
          </a:p>
        </p:txBody>
      </p:sp>
      <p:sp>
        <p:nvSpPr>
          <p:cNvPr id="1272836" name="Rectangle 4">
            <a:extLst>
              <a:ext uri="{FF2B5EF4-FFF2-40B4-BE49-F238E27FC236}">
                <a16:creationId xmlns:a16="http://schemas.microsoft.com/office/drawing/2014/main" id="{561F97DE-BC17-40BB-9BFF-557BC8646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157788"/>
            <a:ext cx="43926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CC"/>
                </a:solidFill>
              </a:rPr>
              <a:t>Para testar</a:t>
            </a:r>
            <a:r>
              <a:rPr lang="pt-BR" altLang="pt-BR" sz="15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Valores informados:  1  2  3  4  5  6  7  8  9  10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Números impressos:  1  5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2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2836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0C96AC-618C-4867-9C98-01C0F6C84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7EBC9C7-7CFA-4983-BFD9-083984B38169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AF6923B6-C01C-498D-832A-E874E7C1C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229600" cy="2159000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600" dirty="0"/>
              <a:t>Foi aplicada uma prova para uma turma de 50 alunos. Faça um programa que leia o NOME e a NOTA da prova de cada aluno e, </a:t>
            </a:r>
            <a:r>
              <a:rPr lang="pt-BR" altLang="pt-BR" sz="2600" b="1" u="sng" dirty="0"/>
              <a:t>após o cálculo da média de notas da turma</a:t>
            </a:r>
            <a:r>
              <a:rPr lang="pt-BR" altLang="pt-BR" sz="2600" dirty="0"/>
              <a:t>, imprima o nome dos alunos cuja nota ficou acima da média.</a:t>
            </a:r>
          </a:p>
          <a:p>
            <a:pPr marL="0" indent="0" eaLnBrk="1" hangingPunct="1"/>
            <a:endParaRPr lang="pt-BR" altLang="pt-BR" sz="2600" dirty="0"/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72B72F78-9202-4C3D-8AC0-9B0AE43E8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6A999-8621-4920-B66E-FC2A6234F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857750"/>
            <a:ext cx="7929562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CC"/>
                </a:solidFill>
              </a:rPr>
              <a:t>Para testar (8 alunos)</a:t>
            </a:r>
            <a:r>
              <a:rPr lang="pt-BR" altLang="pt-BR" sz="15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Dados informados: Ivo/50 Pedro/14 Maria/85 José/46 Ana/95 Mônica/75 Volnei/63 Rui/15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Nome impresso: Maria, Ana, Mônica, Volnei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BD771E-BDDB-4A9E-BCEA-833AE1103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E2E128-96AA-4DD6-8363-77EA49D7118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CEA3BDEE-1BC0-43AA-8A82-B04257E5B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11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2E037E6-70DA-4FEC-BEB0-A040B4101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332000"/>
            <a:ext cx="8207375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2600" dirty="0"/>
              <a:t>Foi aplicada uma prova para uma turma de 50 alunos. Faça um programa que leia o NOME e a NOTA da prova de cada aluno. Imprima o nome de um aluno que obteve a maior nota.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6569C-6450-4401-AEAB-A6C804992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857750"/>
            <a:ext cx="7929562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CC"/>
                </a:solidFill>
              </a:rPr>
              <a:t>Para testar (8 alunos)</a:t>
            </a:r>
            <a:r>
              <a:rPr lang="pt-BR" altLang="pt-BR" sz="15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Dados informados: Ivo/50 Pedro/14 Maria/85 José/46 Ana/95 Mônica/75 Volnei/63 Rui/15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Nome impresso: Ana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BEA85ECF-3999-4400-82E6-9982724A0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FACD7A-17A9-48D5-B7FA-C879CE822452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99981813-EF36-48BC-B016-4C60E2A85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229600" cy="1231900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600" dirty="0">
                <a:cs typeface="Arial" panose="020B0604020202020204" pitchFamily="34" charset="0"/>
              </a:rPr>
              <a:t>Melhore o programa do exercício anterior para que ele imprima </a:t>
            </a:r>
            <a:r>
              <a:rPr lang="pt-BR" altLang="pt-BR" sz="2600" b="1" u="sng" dirty="0">
                <a:cs typeface="Arial" panose="020B0604020202020204" pitchFamily="34" charset="0"/>
              </a:rPr>
              <a:t>todos</a:t>
            </a:r>
            <a:r>
              <a:rPr lang="pt-BR" altLang="pt-BR" sz="2600" dirty="0">
                <a:cs typeface="Arial" panose="020B0604020202020204" pitchFamily="34" charset="0"/>
              </a:rPr>
              <a:t> os nomes dos alunos que obtiveram a maior nota.</a:t>
            </a: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3A79AF56-59C4-4620-9E74-5B6A43E24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12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9B676A3-EBEF-41D4-81F9-7DB358DFB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857750"/>
            <a:ext cx="7929562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CC"/>
                </a:solidFill>
              </a:rPr>
              <a:t>Para testar (8 alunos)</a:t>
            </a:r>
            <a:r>
              <a:rPr lang="pt-BR" altLang="pt-BR" sz="15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Dados informados: Ivo/50 Pedro/14 Maria/85 José/46 Ana/85 Mônica/75 Volnei/63 Rui/15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Nomes impressos: Maria, Ana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ESTÁTICAS</a:t>
            </a:r>
            <a:r>
              <a:rPr lang="pt-BR" dirty="0"/>
              <a:t> - </a:t>
            </a:r>
            <a:r>
              <a:rPr lang="pt-BR" altLang="pt-BR" dirty="0"/>
              <a:t>MATRIZ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80728"/>
            <a:ext cx="8178800" cy="5184576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Uma </a:t>
            </a:r>
            <a:r>
              <a:rPr lang="pt-BR" altLang="pt-BR" sz="2000" b="1" dirty="0">
                <a:solidFill>
                  <a:srgbClr val="0000FF"/>
                </a:solidFill>
              </a:rPr>
              <a:t>MATRIZ</a:t>
            </a:r>
            <a:r>
              <a:rPr lang="pt-BR" altLang="pt-BR" sz="2000" dirty="0"/>
              <a:t> é uma variável composta por várias posições, que são acessadas isoladamente através de dois índices: </a:t>
            </a:r>
            <a:r>
              <a:rPr lang="pt-BR" altLang="pt-BR" sz="2000" b="1" dirty="0">
                <a:solidFill>
                  <a:srgbClr val="0000FF"/>
                </a:solidFill>
              </a:rPr>
              <a:t>LINHA</a:t>
            </a:r>
            <a:r>
              <a:rPr lang="pt-BR" altLang="pt-BR" sz="2000" dirty="0"/>
              <a:t> e </a:t>
            </a:r>
            <a:r>
              <a:rPr lang="pt-BR" altLang="pt-BR" sz="2000" b="1" dirty="0">
                <a:solidFill>
                  <a:srgbClr val="0000FF"/>
                </a:solidFill>
              </a:rPr>
              <a:t>COLUNA</a:t>
            </a:r>
            <a:r>
              <a:rPr lang="pt-BR" altLang="pt-BR" sz="2000" b="1" dirty="0"/>
              <a:t>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Na realidade, cada uma destas posições é uma variável por si só, e portanto comporta-se exatamente como se fosse uma variável isolada;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Declaração genérica de uma matriz:</a:t>
            </a: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TIPO NOME [ ][ ];</a:t>
            </a:r>
          </a:p>
          <a:p>
            <a:pPr eaLnBrk="1" hangingPunct="1">
              <a:spcBef>
                <a:spcPts val="0"/>
              </a:spcBef>
            </a:pPr>
            <a:r>
              <a:rPr lang="pt-BR" altLang="pt-BR" sz="2000" dirty="0"/>
              <a:t>Dimensionamento de uma matriz:</a:t>
            </a:r>
          </a:p>
          <a:p>
            <a:pPr lvl="1" eaLnBrk="1" hangingPunct="1">
              <a:spcBef>
                <a:spcPts val="600"/>
              </a:spcBef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NOME = new TIPO[NUM_LINHAS][NUM_COLUNAS];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000" dirty="0"/>
              <a:t>Declaração e dimensionamento de uma matriz:</a:t>
            </a: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TIPO NOME[ ][ ] = new TIPO[NUM_LINHAS][NUM_COLUNAS];</a:t>
            </a:r>
          </a:p>
          <a:p>
            <a:pPr marL="982663" lvl="2" indent="-285750" eaLnBrk="1" hangingPunct="1"/>
            <a:r>
              <a:rPr lang="pt-BR" altLang="pt-BR" sz="1400" b="1" i="1" dirty="0">
                <a:solidFill>
                  <a:srgbClr val="FF0000"/>
                </a:solidFill>
              </a:rPr>
              <a:t>TIPO</a:t>
            </a:r>
            <a:r>
              <a:rPr lang="pt-BR" altLang="pt-BR" sz="1400" i="1" dirty="0">
                <a:solidFill>
                  <a:srgbClr val="FF0000"/>
                </a:solidFill>
              </a:rPr>
              <a:t> deve ser um tipo de dados do Java como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int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float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double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>
                <a:solidFill>
                  <a:srgbClr val="FF0000"/>
                </a:solidFill>
              </a:rPr>
              <a:t>char</a:t>
            </a:r>
            <a:r>
              <a:rPr lang="pt-BR" altLang="pt-BR" sz="1400" i="1" dirty="0">
                <a:solidFill>
                  <a:srgbClr val="FF0000"/>
                </a:solidFill>
              </a:rPr>
              <a:t>, </a:t>
            </a:r>
            <a:r>
              <a:rPr lang="pt-BR" altLang="pt-BR" sz="1400" b="1" i="1" dirty="0" err="1">
                <a:solidFill>
                  <a:srgbClr val="FF0000"/>
                </a:solidFill>
              </a:rPr>
              <a:t>String</a:t>
            </a:r>
            <a:r>
              <a:rPr lang="pt-BR" altLang="pt-BR" sz="1400" i="1" dirty="0">
                <a:solidFill>
                  <a:srgbClr val="FF0000"/>
                </a:solidFill>
              </a:rPr>
              <a:t>, etc.</a:t>
            </a:r>
          </a:p>
          <a:p>
            <a:pPr marL="982663" lvl="2" indent="-285750" eaLnBrk="1" hangingPunct="1"/>
            <a:r>
              <a:rPr lang="pt-BR" altLang="pt-BR" sz="1400" b="1" i="1" dirty="0">
                <a:solidFill>
                  <a:srgbClr val="FF0000"/>
                </a:solidFill>
              </a:rPr>
              <a:t>NUM_LINHAS e NUM_COLUNAS</a:t>
            </a:r>
            <a:r>
              <a:rPr lang="pt-BR" altLang="pt-BR" sz="1400" i="1" dirty="0">
                <a:solidFill>
                  <a:srgbClr val="FF0000"/>
                </a:solidFill>
              </a:rPr>
              <a:t> têm que ser uma constante inteira ou uma </a:t>
            </a:r>
            <a:r>
              <a:rPr lang="pt-BR" altLang="pt-BR" sz="1400" b="1" i="1" u="sng" dirty="0">
                <a:solidFill>
                  <a:srgbClr val="FF0000"/>
                </a:solidFill>
              </a:rPr>
              <a:t>variável do tipo int.</a:t>
            </a:r>
            <a:r>
              <a:rPr lang="pt-BR" altLang="pt-BR" sz="14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80069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425184" cy="504033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pt-BR" sz="2000" dirty="0"/>
              <a:t>Veja a declaração (e dimensionamento) de uma matriz de 3 (linhas) x 10 (colunas) de posições inteiras:</a:t>
            </a:r>
          </a:p>
          <a:p>
            <a:pPr lvl="1" eaLnBrk="1" hangingPunct="1">
              <a:buNone/>
              <a:defRPr/>
            </a:pP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MAT[ ][ ] = new </a:t>
            </a: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[3][10];</a:t>
            </a:r>
          </a:p>
          <a:p>
            <a:pPr eaLnBrk="1" hangingPunct="1"/>
            <a:r>
              <a:rPr lang="pt-BR" altLang="pt-BR" sz="2000" dirty="0"/>
              <a:t>Podemos visualizar uma matriz como o mostrado no exemplo acima da seguinte forma: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MAT        0  1  2  3  4  5  6  7  8  9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2</a:t>
            </a:r>
          </a:p>
          <a:p>
            <a:pPr eaLnBrk="1" hangingPunct="1">
              <a:spcBef>
                <a:spcPts val="800"/>
              </a:spcBef>
              <a:buNone/>
            </a:pPr>
            <a:r>
              <a:rPr lang="pt-BR" altLang="pt-BR" sz="1050" i="1" dirty="0">
                <a:solidFill>
                  <a:srgbClr val="0000FF"/>
                </a:solidFill>
              </a:rPr>
              <a:t>	</a:t>
            </a:r>
          </a:p>
          <a:p>
            <a:pPr eaLnBrk="1" hangingPunct="1">
              <a:spcBef>
                <a:spcPts val="800"/>
              </a:spcBef>
              <a:buNone/>
            </a:pPr>
            <a:endParaRPr lang="pt-BR" altLang="pt-BR" sz="1050" i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800"/>
              </a:spcBef>
              <a:buNone/>
            </a:pPr>
            <a:endParaRPr lang="pt-BR" altLang="pt-BR" sz="1050" i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800"/>
              </a:spcBef>
              <a:buNone/>
            </a:pPr>
            <a:endParaRPr lang="pt-BR" altLang="pt-BR" sz="1050" i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800"/>
              </a:spcBef>
              <a:buNone/>
            </a:pPr>
            <a:r>
              <a:rPr lang="pt-BR" altLang="pt-BR" sz="1050" i="1" dirty="0">
                <a:solidFill>
                  <a:srgbClr val="0000FF"/>
                </a:solidFill>
              </a:rPr>
              <a:t>          </a:t>
            </a:r>
          </a:p>
          <a:p>
            <a:pPr eaLnBrk="1" hangingPunct="1">
              <a:spcBef>
                <a:spcPts val="800"/>
              </a:spcBef>
              <a:buNone/>
            </a:pPr>
            <a:r>
              <a:rPr lang="pt-BR" altLang="pt-BR" sz="1050" i="1" dirty="0">
                <a:solidFill>
                  <a:srgbClr val="0000FF"/>
                </a:solidFill>
              </a:rPr>
              <a:t>          </a:t>
            </a:r>
            <a:r>
              <a:rPr lang="pt-BR" altLang="pt-BR" sz="1800" b="1" i="1" u="sng" dirty="0">
                <a:solidFill>
                  <a:srgbClr val="FF0000"/>
                </a:solidFill>
              </a:rPr>
              <a:t>Observe que em Java a linha e a coluna iniciais sempre serão zero (0).</a:t>
            </a:r>
          </a:p>
          <a:p>
            <a:pPr eaLnBrk="1" hangingPunct="1">
              <a:buNone/>
            </a:pPr>
            <a:endParaRPr lang="pt-BR" altLang="pt-BR" sz="2400" dirty="0">
              <a:solidFill>
                <a:srgbClr val="0000FF"/>
              </a:solidFill>
            </a:endParaRPr>
          </a:p>
        </p:txBody>
      </p:sp>
      <p:sp>
        <p:nvSpPr>
          <p:cNvPr id="19" name="Right Arrow 2">
            <a:extLst>
              <a:ext uri="{FF2B5EF4-FFF2-40B4-BE49-F238E27FC236}">
                <a16:creationId xmlns:a16="http://schemas.microsoft.com/office/drawing/2014/main" id="{0753F6D1-40FD-4891-9376-6B2E8FE8701A}"/>
              </a:ext>
            </a:extLst>
          </p:cNvPr>
          <p:cNvSpPr/>
          <p:nvPr/>
        </p:nvSpPr>
        <p:spPr bwMode="auto">
          <a:xfrm flipH="1">
            <a:off x="4860032" y="2780928"/>
            <a:ext cx="1440160" cy="64928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pt-BR" b="1" dirty="0">
                <a:latin typeface="Arial" charset="0"/>
              </a:rPr>
              <a:t>  Coluna</a:t>
            </a:r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A120AAD1-1CC0-4E51-90E0-5528CC7B67BF}"/>
              </a:ext>
            </a:extLst>
          </p:cNvPr>
          <p:cNvGraphicFramePr>
            <a:graphicFrameLocks noGrp="1"/>
          </p:cNvGraphicFramePr>
          <p:nvPr/>
        </p:nvGraphicFramePr>
        <p:xfrm>
          <a:off x="1860374" y="3284984"/>
          <a:ext cx="285564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564">
                  <a:extLst>
                    <a:ext uri="{9D8B030D-6E8A-4147-A177-3AD203B41FA5}">
                      <a16:colId xmlns:a16="http://schemas.microsoft.com/office/drawing/2014/main" val="213819833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397618960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749160854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1834596853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182648623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754134591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694820304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40637935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3584066896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3204273685"/>
                    </a:ext>
                  </a:extLst>
                </a:gridCol>
              </a:tblGrid>
              <a:tr h="346838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25451"/>
                  </a:ext>
                </a:extLst>
              </a:tr>
              <a:tr h="346838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40566"/>
                  </a:ext>
                </a:extLst>
              </a:tr>
              <a:tr h="346838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4779"/>
                  </a:ext>
                </a:extLst>
              </a:tr>
            </a:tbl>
          </a:graphicData>
        </a:graphic>
      </p:graphicFrame>
      <p:sp>
        <p:nvSpPr>
          <p:cNvPr id="76" name="Right Arrow 2">
            <a:extLst>
              <a:ext uri="{FF2B5EF4-FFF2-40B4-BE49-F238E27FC236}">
                <a16:creationId xmlns:a16="http://schemas.microsoft.com/office/drawing/2014/main" id="{CB7F1F56-5082-4518-A17F-DC457004DDF0}"/>
              </a:ext>
            </a:extLst>
          </p:cNvPr>
          <p:cNvSpPr/>
          <p:nvPr/>
        </p:nvSpPr>
        <p:spPr bwMode="auto">
          <a:xfrm rot="5400000" flipH="1">
            <a:off x="1107643" y="4715955"/>
            <a:ext cx="1097281" cy="64928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anchor="b"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pt-BR" b="1" dirty="0">
                <a:latin typeface="Arial" charset="0"/>
              </a:rPr>
              <a:t> 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pt-BR" b="1" dirty="0">
              <a:latin typeface="Arial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pt-BR" b="1" dirty="0">
              <a:latin typeface="Arial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pt-BR" b="1" dirty="0">
                <a:latin typeface="Arial" charset="0"/>
              </a:rPr>
              <a:t>Linha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4E28BB23-571E-4854-AD59-F29C74E817FC}"/>
              </a:ext>
            </a:extLst>
          </p:cNvPr>
          <p:cNvSpPr/>
          <p:nvPr/>
        </p:nvSpPr>
        <p:spPr bwMode="auto">
          <a:xfrm rot="2325586">
            <a:off x="248880" y="5228553"/>
            <a:ext cx="820393" cy="440406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3964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79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504033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pt-BR" sz="2000" dirty="0"/>
              <a:t>Veja a declaração e dimensionamento de uma matriz de 3 (linhas) x 4 (colunas) de posições inteiras:</a:t>
            </a:r>
          </a:p>
          <a:p>
            <a:pPr lvl="1" eaLnBrk="1" hangingPunct="1">
              <a:buNone/>
              <a:defRPr/>
            </a:pP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MAT[ ][ ] = new </a:t>
            </a: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[3][4];</a:t>
            </a:r>
          </a:p>
          <a:p>
            <a:pPr lvl="1" eaLnBrk="1" hangingPunct="1">
              <a:buNone/>
              <a:defRPr/>
            </a:pPr>
            <a:endParaRPr lang="pt-BR" sz="20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  <a:defRPr/>
            </a:pPr>
            <a:r>
              <a:rPr lang="pt-BR" sz="2000" dirty="0"/>
              <a:t>Veja a declaração, dimensionamento (automático) e inicialização de uma matriz de 3 x 4 posições inteiras:</a:t>
            </a:r>
          </a:p>
          <a:p>
            <a:pPr lvl="1" eaLnBrk="1" hangingPunct="1">
              <a:buNone/>
              <a:defRPr/>
            </a:pP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MAT[ ][ ] = { {1, 3, 5, 7} {2, 4, 6, 8} { 3, 6, 9, 0} };</a:t>
            </a:r>
          </a:p>
          <a:p>
            <a:pPr lvl="1" eaLnBrk="1" hangingPunct="1">
              <a:buNone/>
            </a:pPr>
            <a:endParaRPr lang="pt-BR" altLang="pt-BR" sz="900" b="1" dirty="0">
              <a:solidFill>
                <a:srgbClr val="0000FF"/>
              </a:solidFill>
            </a:endParaRP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MAT        0  1  2  3</a:t>
            </a: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0</a:t>
            </a: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1</a:t>
            </a:r>
          </a:p>
          <a:p>
            <a:pPr lvl="1" eaLnBrk="1" hangingPunct="1">
              <a:buNone/>
            </a:pPr>
            <a:r>
              <a:rPr lang="pt-BR" altLang="pt-BR" sz="2000" b="1" dirty="0">
                <a:solidFill>
                  <a:srgbClr val="0000FF"/>
                </a:solidFill>
              </a:rPr>
              <a:t>           2</a:t>
            </a:r>
          </a:p>
          <a:p>
            <a:pPr eaLnBrk="1" hangingPunct="1">
              <a:spcBef>
                <a:spcPts val="800"/>
              </a:spcBef>
              <a:buNone/>
            </a:pPr>
            <a:r>
              <a:rPr lang="pt-BR" altLang="pt-BR" sz="1050" i="1" dirty="0">
                <a:solidFill>
                  <a:srgbClr val="0000FF"/>
                </a:solidFill>
              </a:rPr>
              <a:t>	</a:t>
            </a:r>
          </a:p>
          <a:p>
            <a:pPr eaLnBrk="1" hangingPunct="1">
              <a:buNone/>
            </a:pPr>
            <a:endParaRPr lang="pt-BR" altLang="pt-BR" sz="2400" dirty="0">
              <a:solidFill>
                <a:srgbClr val="0000FF"/>
              </a:solidFill>
            </a:endParaRPr>
          </a:p>
        </p:txBody>
      </p:sp>
      <p:sp>
        <p:nvSpPr>
          <p:cNvPr id="32" name="Right Arrow 2">
            <a:extLst>
              <a:ext uri="{FF2B5EF4-FFF2-40B4-BE49-F238E27FC236}">
                <a16:creationId xmlns:a16="http://schemas.microsoft.com/office/drawing/2014/main" id="{0D619DFA-678D-45BD-B422-E0D2C9601B29}"/>
              </a:ext>
            </a:extLst>
          </p:cNvPr>
          <p:cNvSpPr/>
          <p:nvPr/>
        </p:nvSpPr>
        <p:spPr bwMode="auto">
          <a:xfrm flipH="1">
            <a:off x="3347864" y="4517092"/>
            <a:ext cx="1872208" cy="64928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pt-BR" b="1" dirty="0">
                <a:latin typeface="Arial" charset="0"/>
              </a:rPr>
              <a:t>  Conteúdos</a:t>
            </a:r>
          </a:p>
        </p:txBody>
      </p:sp>
      <p:graphicFrame>
        <p:nvGraphicFramePr>
          <p:cNvPr id="33" name="Tabela 3">
            <a:extLst>
              <a:ext uri="{FF2B5EF4-FFF2-40B4-BE49-F238E27FC236}">
                <a16:creationId xmlns:a16="http://schemas.microsoft.com/office/drawing/2014/main" id="{98CC65CC-3E6C-4E26-A4FC-F3070FF35979}"/>
              </a:ext>
            </a:extLst>
          </p:cNvPr>
          <p:cNvGraphicFramePr>
            <a:graphicFrameLocks noGrp="1"/>
          </p:cNvGraphicFramePr>
          <p:nvPr/>
        </p:nvGraphicFramePr>
        <p:xfrm>
          <a:off x="1860374" y="4293096"/>
          <a:ext cx="1142256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564">
                  <a:extLst>
                    <a:ext uri="{9D8B030D-6E8A-4147-A177-3AD203B41FA5}">
                      <a16:colId xmlns:a16="http://schemas.microsoft.com/office/drawing/2014/main" val="213819833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397618960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749160854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1834596853"/>
                    </a:ext>
                  </a:extLst>
                </a:gridCol>
              </a:tblGrid>
              <a:tr h="346838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25451"/>
                  </a:ext>
                </a:extLst>
              </a:tr>
              <a:tr h="346838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40566"/>
                  </a:ext>
                </a:extLst>
              </a:tr>
              <a:tr h="346838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4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9469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504033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pt-BR" sz="2000" dirty="0"/>
              <a:t>Podemos declarar uma matriz informando </a:t>
            </a:r>
            <a:r>
              <a:rPr lang="pt-BR" sz="2000" u="sng" dirty="0"/>
              <a:t>num primeiro momento</a:t>
            </a:r>
            <a:r>
              <a:rPr lang="pt-BR" sz="2000" dirty="0"/>
              <a:t> somente a quantidade de linhas:</a:t>
            </a:r>
          </a:p>
          <a:p>
            <a:pPr lvl="1" eaLnBrk="1" hangingPunct="1">
              <a:buNone/>
              <a:defRPr/>
            </a:pP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MAT[ ][ ] = new </a:t>
            </a: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[3][ ];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pt-BR" sz="2000" dirty="0"/>
              <a:t>Num segundo momento declaramos a quantidade de colunas (</a:t>
            </a:r>
            <a:r>
              <a:rPr lang="pt-BR" sz="2000" u="sng" dirty="0"/>
              <a:t>inclusive de tamanhos diferentes</a:t>
            </a:r>
            <a:r>
              <a:rPr lang="pt-BR" sz="2000" dirty="0"/>
              <a:t>):</a:t>
            </a:r>
          </a:p>
          <a:p>
            <a:pPr lvl="1" eaLnBrk="1" hangingPunct="1">
              <a:buNone/>
              <a:defRPr/>
            </a:pPr>
            <a:r>
              <a:rPr lang="pt-BR" sz="2000" b="1" dirty="0">
                <a:solidFill>
                  <a:srgbClr val="0000FF"/>
                </a:solidFill>
              </a:rPr>
              <a:t>MAT[0] = new </a:t>
            </a: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[2];    </a:t>
            </a:r>
            <a:r>
              <a:rPr lang="pt-BR" sz="2000" dirty="0"/>
              <a:t>&gt;&gt; Duas colunas</a:t>
            </a:r>
          </a:p>
          <a:p>
            <a:pPr lvl="1" eaLnBrk="1" hangingPunct="1">
              <a:buNone/>
              <a:defRPr/>
            </a:pPr>
            <a:r>
              <a:rPr lang="pt-BR" sz="2000" b="1" dirty="0">
                <a:solidFill>
                  <a:srgbClr val="0000FF"/>
                </a:solidFill>
              </a:rPr>
              <a:t>MAT[1] = new </a:t>
            </a: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[4];    </a:t>
            </a:r>
            <a:r>
              <a:rPr lang="pt-BR" sz="2000" dirty="0"/>
              <a:t>&gt;&gt; Quatro colunas</a:t>
            </a:r>
          </a:p>
          <a:p>
            <a:pPr lvl="1" eaLnBrk="1" hangingPunct="1">
              <a:buNone/>
              <a:defRPr/>
            </a:pPr>
            <a:r>
              <a:rPr lang="pt-BR" sz="2000" b="1" dirty="0">
                <a:solidFill>
                  <a:srgbClr val="0000FF"/>
                </a:solidFill>
              </a:rPr>
              <a:t>MAT[2] = new </a:t>
            </a: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[3];    </a:t>
            </a:r>
            <a:r>
              <a:rPr lang="pt-BR" sz="2000" dirty="0"/>
              <a:t>&gt;&gt; Três colunas</a:t>
            </a:r>
          </a:p>
          <a:p>
            <a:pPr lvl="1" eaLnBrk="1" hangingPunct="1">
              <a:buNone/>
              <a:defRPr/>
            </a:pPr>
            <a:endParaRPr lang="pt-BR" sz="1200" b="1" dirty="0">
              <a:solidFill>
                <a:srgbClr val="0000FF"/>
              </a:solidFill>
            </a:endParaRPr>
          </a:p>
          <a:p>
            <a:pPr marL="342900" lvl="1" indent="-342900" eaLnBrk="1" hangingPunct="1">
              <a:spcBef>
                <a:spcPts val="12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lang="pt-BR" sz="2000" dirty="0">
                <a:ea typeface="+mn-ea"/>
                <a:cs typeface="+mn-cs"/>
              </a:rPr>
              <a:t>Podemos declarar, dimensionar (automático) e inicializar uma matriz de tamanhos diferentes de colunas:</a:t>
            </a:r>
          </a:p>
          <a:p>
            <a:pPr lvl="1" eaLnBrk="1" hangingPunct="1">
              <a:buNone/>
              <a:defRPr/>
            </a:pPr>
            <a:r>
              <a:rPr lang="pt-BR" sz="2000" b="1" dirty="0" err="1">
                <a:solidFill>
                  <a:srgbClr val="0000FF"/>
                </a:solidFill>
              </a:rPr>
              <a:t>int</a:t>
            </a:r>
            <a:r>
              <a:rPr lang="pt-BR" sz="2000" b="1" dirty="0">
                <a:solidFill>
                  <a:srgbClr val="0000FF"/>
                </a:solidFill>
              </a:rPr>
              <a:t> MAT</a:t>
            </a:r>
            <a:r>
              <a:rPr lang="pt-BR" sz="2000" b="1">
                <a:solidFill>
                  <a:srgbClr val="0000FF"/>
                </a:solidFill>
              </a:rPr>
              <a:t>[ ][ ] </a:t>
            </a:r>
            <a:r>
              <a:rPr lang="pt-BR" sz="2000" b="1" dirty="0">
                <a:solidFill>
                  <a:srgbClr val="0000FF"/>
                </a:solidFill>
              </a:rPr>
              <a:t>= { {1, 3} {2, 4, 6, 8</a:t>
            </a:r>
            <a:r>
              <a:rPr lang="pt-BR" sz="2000" b="1">
                <a:solidFill>
                  <a:srgbClr val="0000FF"/>
                </a:solidFill>
              </a:rPr>
              <a:t>} {3</a:t>
            </a:r>
            <a:r>
              <a:rPr lang="pt-BR" sz="2000" b="1" dirty="0">
                <a:solidFill>
                  <a:srgbClr val="0000FF"/>
                </a:solidFill>
              </a:rPr>
              <a:t>, 6, 9} };</a:t>
            </a:r>
          </a:p>
          <a:p>
            <a:pPr lvl="1" eaLnBrk="1" hangingPunct="1">
              <a:buNone/>
              <a:defRPr/>
            </a:pPr>
            <a:r>
              <a:rPr lang="pt-BR" sz="2000" dirty="0"/>
              <a:t>&gt;&gt;&gt; Três linhas sendo que a linha 0 tem 2 colunas, a linha 1 tem 4 colunas e a linha 2 tem 3 colunas</a:t>
            </a:r>
          </a:p>
          <a:p>
            <a:pPr lvl="1" eaLnBrk="1" hangingPunct="1">
              <a:buNone/>
            </a:pPr>
            <a:r>
              <a:rPr lang="pt-BR" altLang="pt-BR" sz="900" b="1" dirty="0">
                <a:solidFill>
                  <a:srgbClr val="0000FF"/>
                </a:solidFill>
              </a:rPr>
              <a:t> </a:t>
            </a:r>
          </a:p>
          <a:p>
            <a:pPr eaLnBrk="1" hangingPunct="1">
              <a:spcBef>
                <a:spcPts val="800"/>
              </a:spcBef>
              <a:buNone/>
            </a:pPr>
            <a:r>
              <a:rPr lang="pt-BR" altLang="pt-BR" sz="1050" i="1" dirty="0">
                <a:solidFill>
                  <a:srgbClr val="0000FF"/>
                </a:solidFill>
              </a:rPr>
              <a:t>	</a:t>
            </a:r>
          </a:p>
          <a:p>
            <a:pPr eaLnBrk="1" hangingPunct="1">
              <a:buNone/>
            </a:pPr>
            <a:endParaRPr lang="pt-BR" altLang="pt-BR" sz="2400" dirty="0">
              <a:solidFill>
                <a:srgbClr val="0000FF"/>
              </a:solidFill>
            </a:endParaRPr>
          </a:p>
        </p:txBody>
      </p:sp>
      <p:graphicFrame>
        <p:nvGraphicFramePr>
          <p:cNvPr id="5" name="Tabela 3">
            <a:extLst>
              <a:ext uri="{FF2B5EF4-FFF2-40B4-BE49-F238E27FC236}">
                <a16:creationId xmlns:a16="http://schemas.microsoft.com/office/drawing/2014/main" id="{E555E707-65F0-4DB2-852E-826BB636A4FB}"/>
              </a:ext>
            </a:extLst>
          </p:cNvPr>
          <p:cNvGraphicFramePr>
            <a:graphicFrameLocks noGrp="1"/>
          </p:cNvGraphicFramePr>
          <p:nvPr/>
        </p:nvGraphicFramePr>
        <p:xfrm>
          <a:off x="6732240" y="3065868"/>
          <a:ext cx="57112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564">
                  <a:extLst>
                    <a:ext uri="{9D8B030D-6E8A-4147-A177-3AD203B41FA5}">
                      <a16:colId xmlns:a16="http://schemas.microsoft.com/office/drawing/2014/main" val="213819833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397618960"/>
                    </a:ext>
                  </a:extLst>
                </a:gridCol>
              </a:tblGrid>
              <a:tr h="346838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25451"/>
                  </a:ext>
                </a:extLst>
              </a:tr>
            </a:tbl>
          </a:graphicData>
        </a:graphic>
      </p:graphicFrame>
      <p:graphicFrame>
        <p:nvGraphicFramePr>
          <p:cNvPr id="7" name="Tabela 3">
            <a:extLst>
              <a:ext uri="{FF2B5EF4-FFF2-40B4-BE49-F238E27FC236}">
                <a16:creationId xmlns:a16="http://schemas.microsoft.com/office/drawing/2014/main" id="{DA375A05-FA2A-4630-9015-2A0F918097F4}"/>
              </a:ext>
            </a:extLst>
          </p:cNvPr>
          <p:cNvGraphicFramePr>
            <a:graphicFrameLocks noGrp="1"/>
          </p:cNvGraphicFramePr>
          <p:nvPr/>
        </p:nvGraphicFramePr>
        <p:xfrm>
          <a:off x="6732240" y="3423280"/>
          <a:ext cx="114225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564">
                  <a:extLst>
                    <a:ext uri="{9D8B030D-6E8A-4147-A177-3AD203B41FA5}">
                      <a16:colId xmlns:a16="http://schemas.microsoft.com/office/drawing/2014/main" val="213819833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397618960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749160854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1834596853"/>
                    </a:ext>
                  </a:extLst>
                </a:gridCol>
              </a:tblGrid>
              <a:tr h="346838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25451"/>
                  </a:ext>
                </a:extLst>
              </a:tr>
            </a:tbl>
          </a:graphicData>
        </a:graphic>
      </p:graphicFrame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368617EF-C447-4930-9619-9790F39F0B74}"/>
              </a:ext>
            </a:extLst>
          </p:cNvPr>
          <p:cNvGraphicFramePr>
            <a:graphicFrameLocks noGrp="1"/>
          </p:cNvGraphicFramePr>
          <p:nvPr/>
        </p:nvGraphicFramePr>
        <p:xfrm>
          <a:off x="6732240" y="3789040"/>
          <a:ext cx="85669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564">
                  <a:extLst>
                    <a:ext uri="{9D8B030D-6E8A-4147-A177-3AD203B41FA5}">
                      <a16:colId xmlns:a16="http://schemas.microsoft.com/office/drawing/2014/main" val="213819833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2397618960"/>
                    </a:ext>
                  </a:extLst>
                </a:gridCol>
                <a:gridCol w="285564">
                  <a:extLst>
                    <a:ext uri="{9D8B030D-6E8A-4147-A177-3AD203B41FA5}">
                      <a16:colId xmlns:a16="http://schemas.microsoft.com/office/drawing/2014/main" val="749160854"/>
                    </a:ext>
                  </a:extLst>
                </a:gridCol>
              </a:tblGrid>
              <a:tr h="346838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25451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EE0E7229-9E6B-447A-8B9E-0994BBEFD0DB}"/>
              </a:ext>
            </a:extLst>
          </p:cNvPr>
          <p:cNvSpPr txBox="1"/>
          <p:nvPr/>
        </p:nvSpPr>
        <p:spPr>
          <a:xfrm>
            <a:off x="6414404" y="2445856"/>
            <a:ext cx="15945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00FF"/>
                </a:solidFill>
              </a:rPr>
              <a:t>   </a:t>
            </a:r>
            <a:r>
              <a:rPr lang="pt-BR" sz="2800" b="1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0</a:t>
            </a:r>
            <a:r>
              <a:rPr lang="pt-BR" sz="4000" b="1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1</a:t>
            </a:r>
            <a:r>
              <a:rPr lang="pt-BR" sz="4000" b="1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2</a:t>
            </a:r>
            <a:r>
              <a:rPr lang="pt-BR" sz="4000" b="1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3</a:t>
            </a:r>
          </a:p>
          <a:p>
            <a:pPr>
              <a:spcAft>
                <a:spcPts val="400"/>
              </a:spcAft>
            </a:pPr>
            <a:r>
              <a:rPr lang="pt-BR" b="1" dirty="0">
                <a:solidFill>
                  <a:srgbClr val="0000FF"/>
                </a:solidFill>
              </a:rPr>
              <a:t>0</a:t>
            </a:r>
          </a:p>
          <a:p>
            <a:pPr>
              <a:spcAft>
                <a:spcPts val="400"/>
              </a:spcAft>
            </a:pPr>
            <a:r>
              <a:rPr lang="pt-BR" b="1" dirty="0">
                <a:solidFill>
                  <a:srgbClr val="0000FF"/>
                </a:solidFill>
              </a:rPr>
              <a:t>1</a:t>
            </a:r>
          </a:p>
          <a:p>
            <a:pPr>
              <a:spcAft>
                <a:spcPts val="400"/>
              </a:spcAft>
            </a:pPr>
            <a:r>
              <a:rPr lang="pt-BR" b="1" dirty="0">
                <a:solidFill>
                  <a:srgbClr val="0000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953466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9AAD20-C569-4E27-A187-532DF09BC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649B8A-9A85-4F9A-9C34-1CB695C80105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A8CBFEB-E4E9-416E-8CC9-8397BB0F2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 - Acesso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F34055A-7D7E-4BAC-9CE0-BE5076BC0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362950" cy="48244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1200"/>
              </a:spcBef>
            </a:pPr>
            <a:r>
              <a:rPr lang="pt-BR" altLang="pt-BR" sz="1700" dirty="0"/>
              <a:t>Para acessar de dentro do programa cada uma das posições da matriz </a:t>
            </a:r>
            <a:r>
              <a:rPr lang="pt-BR" altLang="pt-BR" sz="1700" b="1" dirty="0"/>
              <a:t>MAT</a:t>
            </a:r>
            <a:r>
              <a:rPr lang="pt-BR" altLang="pt-BR" sz="1700" dirty="0"/>
              <a:t>, simplesmente explicitamos a linha e a coluna desejadas da matriz:</a:t>
            </a:r>
          </a:p>
          <a:p>
            <a:pPr lvl="1" eaLnBrk="1" hangingPunct="1">
              <a:lnSpc>
                <a:spcPct val="80000"/>
              </a:lnSpc>
              <a:spcBef>
                <a:spcPct val="100000"/>
              </a:spcBef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MAT[0][0] = 10;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MAT[1][1] = 40;  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MAT[2][1] = 100;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MAT[0][3] = MAT[0][0] + 100;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MAT[1][4] = MAT[0][0] + MAT[1][1] + MAT[2][1];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endParaRPr lang="pt-BR" altLang="pt-BR" sz="1700" dirty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8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8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8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valor qualquer: 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MAT[0][9] = </a:t>
            </a:r>
            <a:r>
              <a:rPr lang="pt-BR" altLang="pt-BR" sz="1700" dirty="0" err="1">
                <a:latin typeface="Courier New" panose="02070309020205020404" pitchFamily="49" charset="0"/>
              </a:rPr>
              <a:t>teclado.nextInt</a:t>
            </a:r>
            <a:r>
              <a:rPr lang="pt-BR" altLang="pt-BR" sz="1700" dirty="0">
                <a:latin typeface="Courier New" panose="02070309020205020404" pitchFamily="49" charset="0"/>
              </a:rPr>
              <a:t>();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None/>
            </a:pPr>
            <a:r>
              <a:rPr lang="pt-BR" altLang="pt-BR" sz="18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8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8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800" dirty="0">
                <a:latin typeface="Courier New" panose="02070309020205020404" pitchFamily="49" charset="0"/>
              </a:rPr>
              <a:t>(MAT[0][9]);</a:t>
            </a:r>
          </a:p>
        </p:txBody>
      </p:sp>
    </p:spTree>
    <p:extLst>
      <p:ext uri="{BB962C8B-B14F-4D97-AF65-F5344CB8AC3E}">
        <p14:creationId xmlns:p14="http://schemas.microsoft.com/office/powerpoint/2010/main" val="33259760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366BB5F4-904C-4869-A5BD-2E20EF9C1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881" y="857217"/>
            <a:ext cx="2736305" cy="702666"/>
          </a:xfrm>
          <a:prstGeom prst="wedgeRoundRectCallout">
            <a:avLst>
              <a:gd name="adj1" fmla="val -87135"/>
              <a:gd name="adj2" fmla="val 361135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i="1" dirty="0"/>
              <a:t>Número de linhas da matriz, no caso 40.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AC184B83-20F9-4A45-B290-CDC1CB1BF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184" y="1700807"/>
            <a:ext cx="2736305" cy="859513"/>
          </a:xfrm>
          <a:prstGeom prst="wedgeRoundRectCallout">
            <a:avLst>
              <a:gd name="adj1" fmla="val -53203"/>
              <a:gd name="adj2" fmla="val 253162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i="1" dirty="0"/>
              <a:t>Número de colunas da linha x da matriz, no caso 30.</a:t>
            </a: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 - Leitura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672079"/>
          </a:xfrm>
        </p:spPr>
        <p:txBody>
          <a:bodyPr/>
          <a:lstStyle/>
          <a:p>
            <a:pPr eaLnBrk="1" hangingPunct="1"/>
            <a:r>
              <a:rPr lang="pt-BR" altLang="pt-BR" dirty="0"/>
              <a:t>Leitura de uma matriz (forma 1):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1" y="2636912"/>
            <a:ext cx="8723312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[40][30];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</a:rPr>
              <a:t>40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</a:rPr>
              <a:t>30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r>
              <a:rPr lang="pt-BR" altLang="pt-BR" sz="24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nome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 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] = </a:t>
            </a:r>
            <a:r>
              <a:rPr lang="pt-BR" altLang="pt-BR" sz="2400" dirty="0" err="1">
                <a:latin typeface="Courier New" panose="02070309020205020404" pitchFamily="49" charset="0"/>
              </a:rPr>
              <a:t>teclado.nextInt</a:t>
            </a:r>
            <a:r>
              <a:rPr lang="pt-BR" altLang="pt-BR" sz="2400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279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366BB5F4-904C-4869-A5BD-2E20EF9C1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881" y="857217"/>
            <a:ext cx="2736305" cy="702666"/>
          </a:xfrm>
          <a:prstGeom prst="wedgeRoundRectCallout">
            <a:avLst>
              <a:gd name="adj1" fmla="val -87135"/>
              <a:gd name="adj2" fmla="val 361135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i="1" dirty="0"/>
              <a:t>Número de linhas da matriz, no caso 40.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AC184B83-20F9-4A45-B290-CDC1CB1BF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184" y="1700807"/>
            <a:ext cx="2736305" cy="859513"/>
          </a:xfrm>
          <a:prstGeom prst="wedgeRoundRectCallout">
            <a:avLst>
              <a:gd name="adj1" fmla="val -53203"/>
              <a:gd name="adj2" fmla="val 253162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i="1" dirty="0"/>
              <a:t>Número de colunas da linha x da matriz, no caso 30.</a:t>
            </a: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 - Leitura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672079"/>
          </a:xfrm>
        </p:spPr>
        <p:txBody>
          <a:bodyPr/>
          <a:lstStyle/>
          <a:p>
            <a:pPr eaLnBrk="1" hangingPunct="1"/>
            <a:r>
              <a:rPr lang="pt-BR" altLang="pt-BR" dirty="0"/>
              <a:t>Leitura de uma matriz (forma 2):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1" y="2636912"/>
            <a:ext cx="8723312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[40][30];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NOMES.length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</a:rPr>
              <a:t>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b="1" dirty="0">
                <a:latin typeface="Courier New" panose="02070309020205020404" pitchFamily="49" charset="0"/>
              </a:rPr>
              <a:t>].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length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r>
              <a:rPr lang="pt-BR" altLang="pt-BR" sz="24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nome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 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] = </a:t>
            </a:r>
            <a:r>
              <a:rPr lang="pt-BR" altLang="pt-BR" sz="2400" dirty="0" err="1">
                <a:latin typeface="Courier New" panose="02070309020205020404" pitchFamily="49" charset="0"/>
              </a:rPr>
              <a:t>teclado.nextInt</a:t>
            </a:r>
            <a:r>
              <a:rPr lang="pt-BR" altLang="pt-BR" sz="2400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095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 - Impressão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uma matriz (forma 1):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1" y="2636912"/>
            <a:ext cx="872331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[40][30];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&lt;40;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&lt;30;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5386296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F049BF4-4954-4C11-9ECC-098DC25D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7C91DC-3F53-4E6F-942B-4A8177F30D4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CC6A9D-5F18-4823-934A-F4E103DD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MATRIZ - Impressão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647D6E-96F4-41C8-B2AD-12A8917F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672079"/>
          </a:xfrm>
        </p:spPr>
        <p:txBody>
          <a:bodyPr/>
          <a:lstStyle/>
          <a:p>
            <a:pPr eaLnBrk="1" hangingPunct="1"/>
            <a:r>
              <a:rPr lang="pt-BR" altLang="pt-BR" dirty="0"/>
              <a:t>Impressão de uma matriz (forma 2):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58E5EB94-325C-4710-B12C-DA10D172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1" y="2636912"/>
            <a:ext cx="872331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NOMES[][]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[40][30];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NOMES.length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</a:rPr>
              <a:t>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b="1" dirty="0">
                <a:latin typeface="Courier New" panose="02070309020205020404" pitchFamily="49" charset="0"/>
              </a:rPr>
              <a:t>].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length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++)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    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Aluno : </a:t>
            </a:r>
            <a:r>
              <a:rPr lang="pt-BR" altLang="pt-BR" sz="2400" dirty="0">
                <a:solidFill>
                  <a:srgbClr val="0000FF"/>
                </a:solidFill>
              </a:rPr>
              <a:t>"</a:t>
            </a:r>
            <a:r>
              <a:rPr lang="pt-BR" altLang="pt-BR" sz="2400" dirty="0">
                <a:latin typeface="Courier New" panose="02070309020205020404" pitchFamily="49" charset="0"/>
              </a:rPr>
              <a:t>+NOMES[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x</a:t>
            </a:r>
            <a:r>
              <a:rPr lang="pt-BR" altLang="pt-BR" sz="2400" dirty="0">
                <a:latin typeface="Courier New" panose="02070309020205020404" pitchFamily="49" charset="0"/>
              </a:rPr>
              <a:t>][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pt-BR" altLang="pt-BR" sz="2400" dirty="0">
                <a:latin typeface="Courier New" panose="020703090202050204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244536842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44F712-72E3-42B9-8981-232806D92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D8BBFA-8780-48FF-8441-18F79D86A6E1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48870DF2-775D-492A-997E-343670F9F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2DC84DCC-BF5D-44E6-9ABA-12836CA0F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40000"/>
              </a:spcAft>
            </a:pPr>
            <a:r>
              <a:rPr lang="pt-BR" altLang="pt-BR" dirty="0"/>
              <a:t>Existem vários métodos para ordenar uma lista de dados em um vetor.</a:t>
            </a:r>
          </a:p>
          <a:p>
            <a:pPr eaLnBrk="1" hangingPunct="1">
              <a:spcAft>
                <a:spcPct val="40000"/>
              </a:spcAft>
            </a:pPr>
            <a:r>
              <a:rPr lang="pt-BR" altLang="pt-BR" dirty="0"/>
              <a:t>Cada método apresenta uma eficiência diferente.</a:t>
            </a:r>
          </a:p>
          <a:p>
            <a:pPr eaLnBrk="1" hangingPunct="1">
              <a:spcAft>
                <a:spcPct val="40000"/>
              </a:spcAft>
            </a:pPr>
            <a:r>
              <a:rPr lang="pt-BR" altLang="pt-BR" dirty="0"/>
              <a:t>Apresentaremos um método bastante simples chamado “</a:t>
            </a:r>
            <a:r>
              <a:rPr lang="pt-BR" altLang="pt-BR" b="1" dirty="0"/>
              <a:t>Método da Bolha</a:t>
            </a:r>
            <a:r>
              <a:rPr lang="pt-BR" altLang="pt-BR" dirty="0"/>
              <a:t>” (</a:t>
            </a:r>
            <a:r>
              <a:rPr lang="pt-BR" altLang="pt-BR" i="1" dirty="0" err="1"/>
              <a:t>Bubble</a:t>
            </a:r>
            <a:r>
              <a:rPr lang="pt-BR" altLang="pt-BR" i="1" dirty="0"/>
              <a:t> </a:t>
            </a:r>
            <a:r>
              <a:rPr lang="pt-BR" altLang="pt-BR" i="1" dirty="0" err="1"/>
              <a:t>Sort</a:t>
            </a:r>
            <a:r>
              <a:rPr lang="pt-BR" altLang="pt-BR" dirty="0"/>
              <a:t>).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2F43AF-CAD6-4C1D-9844-DE79EE054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821ED0B-953F-4A19-A854-B68C23C657FC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90A2EB79-6AEC-43B3-89DE-CAC84D700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50275" cy="4827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pt-BR" dirty="0"/>
              <a:t>Método da Bolha (ordem crescente):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2500" dirty="0"/>
          </a:p>
          <a:p>
            <a:pPr lvl="1" eaLnBrk="1" hangingPunct="1">
              <a:lnSpc>
                <a:spcPct val="80000"/>
              </a:lnSpc>
              <a:spcAft>
                <a:spcPct val="30000"/>
              </a:spcAft>
            </a:pPr>
            <a:r>
              <a:rPr lang="pt-BR" altLang="pt-BR" sz="2000" dirty="0"/>
              <a:t>Consiste em percorrer o vetor, comparando-se cada posição do vetor com a posição imediatamente seguinte: </a:t>
            </a:r>
          </a:p>
          <a:p>
            <a:pPr lvl="2" eaLnBrk="1" hangingPunct="1">
              <a:lnSpc>
                <a:spcPct val="80000"/>
              </a:lnSpc>
              <a:spcAft>
                <a:spcPct val="30000"/>
              </a:spcAft>
            </a:pPr>
            <a:r>
              <a:rPr lang="pt-BR" altLang="pt-BR" sz="1800" dirty="0" err="1"/>
              <a:t>vet</a:t>
            </a:r>
            <a:r>
              <a:rPr lang="pt-BR" altLang="pt-BR" sz="1800" dirty="0"/>
              <a:t>[x] com </a:t>
            </a:r>
            <a:r>
              <a:rPr lang="pt-BR" altLang="pt-BR" sz="1800" dirty="0" err="1"/>
              <a:t>vet</a:t>
            </a:r>
            <a:r>
              <a:rPr lang="pt-BR" altLang="pt-BR" sz="1800" dirty="0"/>
              <a:t>[x+1].</a:t>
            </a:r>
          </a:p>
          <a:p>
            <a:pPr lvl="1" eaLnBrk="1" hangingPunct="1">
              <a:lnSpc>
                <a:spcPct val="80000"/>
              </a:lnSpc>
              <a:spcAft>
                <a:spcPct val="30000"/>
              </a:spcAft>
            </a:pPr>
            <a:r>
              <a:rPr lang="pt-BR" altLang="pt-BR" sz="2000" dirty="0"/>
              <a:t>Se o dado comparado for menor ou igual ao dado da posição seguinte, compara-se o segundo dado com o próximo até esgotar o vetor.</a:t>
            </a:r>
          </a:p>
          <a:p>
            <a:pPr lvl="1" eaLnBrk="1" hangingPunct="1">
              <a:lnSpc>
                <a:spcPct val="80000"/>
              </a:lnSpc>
              <a:spcAft>
                <a:spcPct val="30000"/>
              </a:spcAft>
            </a:pPr>
            <a:r>
              <a:rPr lang="pt-BR" altLang="pt-BR" sz="2000" dirty="0"/>
              <a:t>Se o dado comparado for maior do que o dado da posição imediatamente seguinte, troca-se entre si os dois dados e continua-se comparando a segunda posição com a próxima até esgotar o vetor.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2000" dirty="0"/>
              <a:t>O número máximo de comparações é N-1 vezes, onde N é o número de posições do vetor.</a:t>
            </a:r>
          </a:p>
        </p:txBody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D11E6AC-089F-4A46-B5F6-30DDDD54A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Espaço Reservado para Número de Slide 3">
            <a:extLst>
              <a:ext uri="{FF2B5EF4-FFF2-40B4-BE49-F238E27FC236}">
                <a16:creationId xmlns:a16="http://schemas.microsoft.com/office/drawing/2014/main" id="{2EEE69E4-181E-4D21-A082-E9739C72AA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659952-C3A6-4E6A-A2AB-340046C17B0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grpSp>
        <p:nvGrpSpPr>
          <p:cNvPr id="100355" name="Group 2">
            <a:extLst>
              <a:ext uri="{FF2B5EF4-FFF2-40B4-BE49-F238E27FC236}">
                <a16:creationId xmlns:a16="http://schemas.microsoft.com/office/drawing/2014/main" id="{8193BA40-C68C-4508-9EE8-E9BADF464EEB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719138"/>
            <a:ext cx="5399088" cy="5086350"/>
            <a:chOff x="1248" y="48"/>
            <a:chExt cx="3744" cy="4167"/>
          </a:xfrm>
        </p:grpSpPr>
        <p:grpSp>
          <p:nvGrpSpPr>
            <p:cNvPr id="100361" name="Group 3">
              <a:extLst>
                <a:ext uri="{FF2B5EF4-FFF2-40B4-BE49-F238E27FC236}">
                  <a16:creationId xmlns:a16="http://schemas.microsoft.com/office/drawing/2014/main" id="{46195A94-33DF-4F04-B9AF-DC672BE9A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48"/>
              <a:ext cx="3744" cy="384"/>
              <a:chOff x="960" y="432"/>
              <a:chExt cx="3744" cy="384"/>
            </a:xfrm>
          </p:grpSpPr>
          <p:grpSp>
            <p:nvGrpSpPr>
              <p:cNvPr id="100453" name="Group 4">
                <a:extLst>
                  <a:ext uri="{FF2B5EF4-FFF2-40B4-BE49-F238E27FC236}">
                    <a16:creationId xmlns:a16="http://schemas.microsoft.com/office/drawing/2014/main" id="{4FF86375-E8DB-4C87-84BD-C34185BFE4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0458" name="Rectangle 5">
                  <a:extLst>
                    <a:ext uri="{FF2B5EF4-FFF2-40B4-BE49-F238E27FC236}">
                      <a16:creationId xmlns:a16="http://schemas.microsoft.com/office/drawing/2014/main" id="{5D30410E-09BC-4086-B7C1-AC37876105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9" name="Rectangle 6">
                  <a:extLst>
                    <a:ext uri="{FF2B5EF4-FFF2-40B4-BE49-F238E27FC236}">
                      <a16:creationId xmlns:a16="http://schemas.microsoft.com/office/drawing/2014/main" id="{3D4153BA-1F81-4AFC-8BFD-EE7AC34E8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60" name="Rectangle 7">
                  <a:extLst>
                    <a:ext uri="{FF2B5EF4-FFF2-40B4-BE49-F238E27FC236}">
                      <a16:creationId xmlns:a16="http://schemas.microsoft.com/office/drawing/2014/main" id="{4D70B912-4D07-41B9-B527-B2FA080CFF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54" name="Group 8">
                <a:extLst>
                  <a:ext uri="{FF2B5EF4-FFF2-40B4-BE49-F238E27FC236}">
                    <a16:creationId xmlns:a16="http://schemas.microsoft.com/office/drawing/2014/main" id="{772153C9-C8CC-4DE7-9AFD-4FC9EAC4A7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0455" name="Rectangle 9">
                  <a:extLst>
                    <a:ext uri="{FF2B5EF4-FFF2-40B4-BE49-F238E27FC236}">
                      <a16:creationId xmlns:a16="http://schemas.microsoft.com/office/drawing/2014/main" id="{87124381-A0C9-44E1-8BC9-ADBAFDC2A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6" name="Rectangle 10">
                  <a:extLst>
                    <a:ext uri="{FF2B5EF4-FFF2-40B4-BE49-F238E27FC236}">
                      <a16:creationId xmlns:a16="http://schemas.microsoft.com/office/drawing/2014/main" id="{409ACE3B-A17A-4355-8D3C-3DC25C7C5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7" name="Rectangle 11">
                  <a:extLst>
                    <a:ext uri="{FF2B5EF4-FFF2-40B4-BE49-F238E27FC236}">
                      <a16:creationId xmlns:a16="http://schemas.microsoft.com/office/drawing/2014/main" id="{D1E06079-CA6B-47CD-8000-3B38BB257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362" name="Text Box 12">
              <a:extLst>
                <a:ext uri="{FF2B5EF4-FFF2-40B4-BE49-F238E27FC236}">
                  <a16:creationId xmlns:a16="http://schemas.microsoft.com/office/drawing/2014/main" id="{E6E31F86-9C7D-4CD2-8E0A-DD1674C1C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2" y="96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363" name="Text Box 13">
              <a:extLst>
                <a:ext uri="{FF2B5EF4-FFF2-40B4-BE49-F238E27FC236}">
                  <a16:creationId xmlns:a16="http://schemas.microsoft.com/office/drawing/2014/main" id="{BF51E8D6-51DE-4C37-B106-E189FC4D0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96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364" name="Text Box 14">
              <a:extLst>
                <a:ext uri="{FF2B5EF4-FFF2-40B4-BE49-F238E27FC236}">
                  <a16:creationId xmlns:a16="http://schemas.microsoft.com/office/drawing/2014/main" id="{1AB22F11-EE74-43F9-9E74-94B0C3C60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96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365" name="Text Box 15">
              <a:extLst>
                <a:ext uri="{FF2B5EF4-FFF2-40B4-BE49-F238E27FC236}">
                  <a16:creationId xmlns:a16="http://schemas.microsoft.com/office/drawing/2014/main" id="{C7734593-07E0-4A90-BA69-349187B6C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96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366" name="Text Box 16">
              <a:extLst>
                <a:ext uri="{FF2B5EF4-FFF2-40B4-BE49-F238E27FC236}">
                  <a16:creationId xmlns:a16="http://schemas.microsoft.com/office/drawing/2014/main" id="{DCECDC9A-47C5-4A9A-AECD-5E7C63782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96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367" name="Text Box 17">
              <a:extLst>
                <a:ext uri="{FF2B5EF4-FFF2-40B4-BE49-F238E27FC236}">
                  <a16:creationId xmlns:a16="http://schemas.microsoft.com/office/drawing/2014/main" id="{86D19C02-83AD-43D8-BE6F-34E5BCC08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" y="96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00368" name="Group 18">
              <a:extLst>
                <a:ext uri="{FF2B5EF4-FFF2-40B4-BE49-F238E27FC236}">
                  <a16:creationId xmlns:a16="http://schemas.microsoft.com/office/drawing/2014/main" id="{27582E8B-BD2B-49FA-BCB1-08B22955A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816"/>
              <a:ext cx="3744" cy="384"/>
              <a:chOff x="960" y="432"/>
              <a:chExt cx="3744" cy="384"/>
            </a:xfrm>
          </p:grpSpPr>
          <p:grpSp>
            <p:nvGrpSpPr>
              <p:cNvPr id="100445" name="Group 19">
                <a:extLst>
                  <a:ext uri="{FF2B5EF4-FFF2-40B4-BE49-F238E27FC236}">
                    <a16:creationId xmlns:a16="http://schemas.microsoft.com/office/drawing/2014/main" id="{9A85964B-BDAA-4350-9DF8-27BF97BFEF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0450" name="Rectangle 20">
                  <a:extLst>
                    <a:ext uri="{FF2B5EF4-FFF2-40B4-BE49-F238E27FC236}">
                      <a16:creationId xmlns:a16="http://schemas.microsoft.com/office/drawing/2014/main" id="{1353984C-87F8-48F5-A23E-710F93025F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1" name="Rectangle 21">
                  <a:extLst>
                    <a:ext uri="{FF2B5EF4-FFF2-40B4-BE49-F238E27FC236}">
                      <a16:creationId xmlns:a16="http://schemas.microsoft.com/office/drawing/2014/main" id="{BA208663-577C-4855-970F-3BD80775ED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2" name="Rectangle 22">
                  <a:extLst>
                    <a:ext uri="{FF2B5EF4-FFF2-40B4-BE49-F238E27FC236}">
                      <a16:creationId xmlns:a16="http://schemas.microsoft.com/office/drawing/2014/main" id="{12D77ED1-6338-4B65-9C62-B96A079D44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46" name="Group 23">
                <a:extLst>
                  <a:ext uri="{FF2B5EF4-FFF2-40B4-BE49-F238E27FC236}">
                    <a16:creationId xmlns:a16="http://schemas.microsoft.com/office/drawing/2014/main" id="{1F5EDD3C-805D-41CF-B52B-0A10F650BD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0447" name="Rectangle 24">
                  <a:extLst>
                    <a:ext uri="{FF2B5EF4-FFF2-40B4-BE49-F238E27FC236}">
                      <a16:creationId xmlns:a16="http://schemas.microsoft.com/office/drawing/2014/main" id="{7384D7A1-C16D-40FC-91B8-C2DD31C97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48" name="Rectangle 25">
                  <a:extLst>
                    <a:ext uri="{FF2B5EF4-FFF2-40B4-BE49-F238E27FC236}">
                      <a16:creationId xmlns:a16="http://schemas.microsoft.com/office/drawing/2014/main" id="{F3D10A5F-B266-4E31-BE98-F7CA4724DE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49" name="Rectangle 26">
                  <a:extLst>
                    <a:ext uri="{FF2B5EF4-FFF2-40B4-BE49-F238E27FC236}">
                      <a16:creationId xmlns:a16="http://schemas.microsoft.com/office/drawing/2014/main" id="{F6E766DA-087B-4E79-81F6-454B73742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369" name="Text Box 27">
              <a:extLst>
                <a:ext uri="{FF2B5EF4-FFF2-40B4-BE49-F238E27FC236}">
                  <a16:creationId xmlns:a16="http://schemas.microsoft.com/office/drawing/2014/main" id="{D34B113D-F042-439D-A7E8-9E1AFF7ED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863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370" name="Text Box 28">
              <a:extLst>
                <a:ext uri="{FF2B5EF4-FFF2-40B4-BE49-F238E27FC236}">
                  <a16:creationId xmlns:a16="http://schemas.microsoft.com/office/drawing/2014/main" id="{A3EFB22A-710D-4FF4-B499-65AF57D13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63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371" name="Text Box 29">
              <a:extLst>
                <a:ext uri="{FF2B5EF4-FFF2-40B4-BE49-F238E27FC236}">
                  <a16:creationId xmlns:a16="http://schemas.microsoft.com/office/drawing/2014/main" id="{FFA4CB5F-6AC3-4DBE-B613-BD598C197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863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372" name="Text Box 30">
              <a:extLst>
                <a:ext uri="{FF2B5EF4-FFF2-40B4-BE49-F238E27FC236}">
                  <a16:creationId xmlns:a16="http://schemas.microsoft.com/office/drawing/2014/main" id="{BE7775A2-2BE0-48E8-96E1-015CBD5A1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863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373" name="Text Box 31">
              <a:extLst>
                <a:ext uri="{FF2B5EF4-FFF2-40B4-BE49-F238E27FC236}">
                  <a16:creationId xmlns:a16="http://schemas.microsoft.com/office/drawing/2014/main" id="{DB699E4D-7D15-4036-A9FB-4A2F9F93D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863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374" name="Text Box 32">
              <a:extLst>
                <a:ext uri="{FF2B5EF4-FFF2-40B4-BE49-F238E27FC236}">
                  <a16:creationId xmlns:a16="http://schemas.microsoft.com/office/drawing/2014/main" id="{501D7FBC-5E9A-461A-A31E-636ED9019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" y="863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0375" name="AutoShape 33">
              <a:extLst>
                <a:ext uri="{FF2B5EF4-FFF2-40B4-BE49-F238E27FC236}">
                  <a16:creationId xmlns:a16="http://schemas.microsoft.com/office/drawing/2014/main" id="{4AAD01AF-F4E5-4DBE-91BE-7A9488AB8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480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0376" name="AutoShape 34">
              <a:extLst>
                <a:ext uri="{FF2B5EF4-FFF2-40B4-BE49-F238E27FC236}">
                  <a16:creationId xmlns:a16="http://schemas.microsoft.com/office/drawing/2014/main" id="{5762A290-1829-42DE-8DA7-E95A51DD0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480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grpSp>
          <p:nvGrpSpPr>
            <p:cNvPr id="100377" name="Group 35">
              <a:extLst>
                <a:ext uri="{FF2B5EF4-FFF2-40B4-BE49-F238E27FC236}">
                  <a16:creationId xmlns:a16="http://schemas.microsoft.com/office/drawing/2014/main" id="{F24D9B7A-7666-44AB-A256-4FDF65C35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584"/>
              <a:ext cx="3744" cy="384"/>
              <a:chOff x="960" y="432"/>
              <a:chExt cx="3744" cy="384"/>
            </a:xfrm>
          </p:grpSpPr>
          <p:grpSp>
            <p:nvGrpSpPr>
              <p:cNvPr id="100437" name="Group 36">
                <a:extLst>
                  <a:ext uri="{FF2B5EF4-FFF2-40B4-BE49-F238E27FC236}">
                    <a16:creationId xmlns:a16="http://schemas.microsoft.com/office/drawing/2014/main" id="{D1187201-AA12-47EE-823D-AA2023647B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0442" name="Rectangle 37">
                  <a:extLst>
                    <a:ext uri="{FF2B5EF4-FFF2-40B4-BE49-F238E27FC236}">
                      <a16:creationId xmlns:a16="http://schemas.microsoft.com/office/drawing/2014/main" id="{C87ECA9C-E482-4069-A8F7-31082AC050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43" name="Rectangle 38">
                  <a:extLst>
                    <a:ext uri="{FF2B5EF4-FFF2-40B4-BE49-F238E27FC236}">
                      <a16:creationId xmlns:a16="http://schemas.microsoft.com/office/drawing/2014/main" id="{D329EC8B-05D3-4F22-9D49-437B6A8A26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44" name="Rectangle 39">
                  <a:extLst>
                    <a:ext uri="{FF2B5EF4-FFF2-40B4-BE49-F238E27FC236}">
                      <a16:creationId xmlns:a16="http://schemas.microsoft.com/office/drawing/2014/main" id="{EECCC14C-E230-4ED3-BF30-37DD174071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38" name="Group 40">
                <a:extLst>
                  <a:ext uri="{FF2B5EF4-FFF2-40B4-BE49-F238E27FC236}">
                    <a16:creationId xmlns:a16="http://schemas.microsoft.com/office/drawing/2014/main" id="{2CE69D17-1BCF-45B9-9AD1-E26562212E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0439" name="Rectangle 41">
                  <a:extLst>
                    <a:ext uri="{FF2B5EF4-FFF2-40B4-BE49-F238E27FC236}">
                      <a16:creationId xmlns:a16="http://schemas.microsoft.com/office/drawing/2014/main" id="{89BCC910-C933-4AC8-A671-4B6C9C131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40" name="Rectangle 42">
                  <a:extLst>
                    <a:ext uri="{FF2B5EF4-FFF2-40B4-BE49-F238E27FC236}">
                      <a16:creationId xmlns:a16="http://schemas.microsoft.com/office/drawing/2014/main" id="{D4037F3A-FB3C-4848-9831-D17B16CB8D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41" name="Rectangle 43">
                  <a:extLst>
                    <a:ext uri="{FF2B5EF4-FFF2-40B4-BE49-F238E27FC236}">
                      <a16:creationId xmlns:a16="http://schemas.microsoft.com/office/drawing/2014/main" id="{97A7B96E-49C4-4AEE-B823-B7B27EFDE8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378" name="Text Box 44">
              <a:extLst>
                <a:ext uri="{FF2B5EF4-FFF2-40B4-BE49-F238E27FC236}">
                  <a16:creationId xmlns:a16="http://schemas.microsoft.com/office/drawing/2014/main" id="{EAC1AD0C-F214-45CB-B5A0-CD1B08C0E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9" y="1632"/>
              <a:ext cx="3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379" name="Text Box 45">
              <a:extLst>
                <a:ext uri="{FF2B5EF4-FFF2-40B4-BE49-F238E27FC236}">
                  <a16:creationId xmlns:a16="http://schemas.microsoft.com/office/drawing/2014/main" id="{BB81181A-E2E0-47AF-954D-DBB370F6E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380" name="Text Box 46">
              <a:extLst>
                <a:ext uri="{FF2B5EF4-FFF2-40B4-BE49-F238E27FC236}">
                  <a16:creationId xmlns:a16="http://schemas.microsoft.com/office/drawing/2014/main" id="{ED7AA14A-924F-426A-A7C4-32BB34B2F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1632"/>
              <a:ext cx="234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381" name="Text Box 47">
              <a:extLst>
                <a:ext uri="{FF2B5EF4-FFF2-40B4-BE49-F238E27FC236}">
                  <a16:creationId xmlns:a16="http://schemas.microsoft.com/office/drawing/2014/main" id="{079C8E85-C151-40AE-8FF7-6943B293F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632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382" name="Text Box 48">
              <a:extLst>
                <a:ext uri="{FF2B5EF4-FFF2-40B4-BE49-F238E27FC236}">
                  <a16:creationId xmlns:a16="http://schemas.microsoft.com/office/drawing/2014/main" id="{3F9FA282-CA85-4792-898B-274E98D23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1632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383" name="Text Box 49">
              <a:extLst>
                <a:ext uri="{FF2B5EF4-FFF2-40B4-BE49-F238E27FC236}">
                  <a16:creationId xmlns:a16="http://schemas.microsoft.com/office/drawing/2014/main" id="{27DFE843-93AA-4988-B3EE-717EEEF1C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" y="1632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0384" name="AutoShape 50">
              <a:extLst>
                <a:ext uri="{FF2B5EF4-FFF2-40B4-BE49-F238E27FC236}">
                  <a16:creationId xmlns:a16="http://schemas.microsoft.com/office/drawing/2014/main" id="{607EB0A1-AAD8-44F7-AFBB-DAF0165E9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248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0385" name="AutoShape 51">
              <a:extLst>
                <a:ext uri="{FF2B5EF4-FFF2-40B4-BE49-F238E27FC236}">
                  <a16:creationId xmlns:a16="http://schemas.microsoft.com/office/drawing/2014/main" id="{EC0953B6-8B54-40B5-9A0E-7D1103D75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248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0386" name="AutoShape 52">
              <a:extLst>
                <a:ext uri="{FF2B5EF4-FFF2-40B4-BE49-F238E27FC236}">
                  <a16:creationId xmlns:a16="http://schemas.microsoft.com/office/drawing/2014/main" id="{3FB36AE9-D2C1-46A4-B146-464828754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16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0387" name="AutoShape 53">
              <a:extLst>
                <a:ext uri="{FF2B5EF4-FFF2-40B4-BE49-F238E27FC236}">
                  <a16:creationId xmlns:a16="http://schemas.microsoft.com/office/drawing/2014/main" id="{D88C15CF-C4E8-478F-8B69-3A64D060D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016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grpSp>
          <p:nvGrpSpPr>
            <p:cNvPr id="100388" name="Group 54">
              <a:extLst>
                <a:ext uri="{FF2B5EF4-FFF2-40B4-BE49-F238E27FC236}">
                  <a16:creationId xmlns:a16="http://schemas.microsoft.com/office/drawing/2014/main" id="{703A9B3A-CEEF-4876-BF37-310777EA1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352"/>
              <a:ext cx="3744" cy="384"/>
              <a:chOff x="960" y="432"/>
              <a:chExt cx="3744" cy="384"/>
            </a:xfrm>
          </p:grpSpPr>
          <p:grpSp>
            <p:nvGrpSpPr>
              <p:cNvPr id="100429" name="Group 55">
                <a:extLst>
                  <a:ext uri="{FF2B5EF4-FFF2-40B4-BE49-F238E27FC236}">
                    <a16:creationId xmlns:a16="http://schemas.microsoft.com/office/drawing/2014/main" id="{9D4D9F8F-82B5-48AE-B122-CBCE5C399A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0434" name="Rectangle 56">
                  <a:extLst>
                    <a:ext uri="{FF2B5EF4-FFF2-40B4-BE49-F238E27FC236}">
                      <a16:creationId xmlns:a16="http://schemas.microsoft.com/office/drawing/2014/main" id="{9D216DB5-1EA9-4EBE-BD7D-70E76DD05C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35" name="Rectangle 57">
                  <a:extLst>
                    <a:ext uri="{FF2B5EF4-FFF2-40B4-BE49-F238E27FC236}">
                      <a16:creationId xmlns:a16="http://schemas.microsoft.com/office/drawing/2014/main" id="{E7E7AF00-F57F-4DDE-9EBA-743B0F773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36" name="Rectangle 58">
                  <a:extLst>
                    <a:ext uri="{FF2B5EF4-FFF2-40B4-BE49-F238E27FC236}">
                      <a16:creationId xmlns:a16="http://schemas.microsoft.com/office/drawing/2014/main" id="{1B30DECB-49FA-45FB-8DB6-6F444EDD0D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30" name="Group 59">
                <a:extLst>
                  <a:ext uri="{FF2B5EF4-FFF2-40B4-BE49-F238E27FC236}">
                    <a16:creationId xmlns:a16="http://schemas.microsoft.com/office/drawing/2014/main" id="{599240C4-F108-4421-9108-FD4C07D465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0431" name="Rectangle 60">
                  <a:extLst>
                    <a:ext uri="{FF2B5EF4-FFF2-40B4-BE49-F238E27FC236}">
                      <a16:creationId xmlns:a16="http://schemas.microsoft.com/office/drawing/2014/main" id="{575FD56B-2643-4F12-B66A-0EB3C5EAAD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32" name="Rectangle 61">
                  <a:extLst>
                    <a:ext uri="{FF2B5EF4-FFF2-40B4-BE49-F238E27FC236}">
                      <a16:creationId xmlns:a16="http://schemas.microsoft.com/office/drawing/2014/main" id="{AC1D4394-B0F1-4A45-8CB4-DF0224B902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33" name="Rectangle 62">
                  <a:extLst>
                    <a:ext uri="{FF2B5EF4-FFF2-40B4-BE49-F238E27FC236}">
                      <a16:creationId xmlns:a16="http://schemas.microsoft.com/office/drawing/2014/main" id="{9FF5B820-D9AB-43EF-835E-95ADA0C3ED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389" name="Text Box 63">
              <a:extLst>
                <a:ext uri="{FF2B5EF4-FFF2-40B4-BE49-F238E27FC236}">
                  <a16:creationId xmlns:a16="http://schemas.microsoft.com/office/drawing/2014/main" id="{DC45E194-BB1E-44B6-8685-8D89CBD9B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399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390" name="Text Box 64">
              <a:extLst>
                <a:ext uri="{FF2B5EF4-FFF2-40B4-BE49-F238E27FC236}">
                  <a16:creationId xmlns:a16="http://schemas.microsoft.com/office/drawing/2014/main" id="{B6FDCD89-6112-407A-9B41-8E846BA98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399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391" name="Text Box 65">
              <a:extLst>
                <a:ext uri="{FF2B5EF4-FFF2-40B4-BE49-F238E27FC236}">
                  <a16:creationId xmlns:a16="http://schemas.microsoft.com/office/drawing/2014/main" id="{FFA6C128-D733-4D36-BCD3-05BA9ED24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2399"/>
              <a:ext cx="234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392" name="Text Box 66">
              <a:extLst>
                <a:ext uri="{FF2B5EF4-FFF2-40B4-BE49-F238E27FC236}">
                  <a16:creationId xmlns:a16="http://schemas.microsoft.com/office/drawing/2014/main" id="{4F794E01-21FA-477E-A0AE-9B7DC7261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399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393" name="Text Box 67">
              <a:extLst>
                <a:ext uri="{FF2B5EF4-FFF2-40B4-BE49-F238E27FC236}">
                  <a16:creationId xmlns:a16="http://schemas.microsoft.com/office/drawing/2014/main" id="{FB8E06DF-65C5-48BA-98A9-0DC6FDCEB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2399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394" name="Text Box 68">
              <a:extLst>
                <a:ext uri="{FF2B5EF4-FFF2-40B4-BE49-F238E27FC236}">
                  <a16:creationId xmlns:a16="http://schemas.microsoft.com/office/drawing/2014/main" id="{52E74575-6BE3-4328-8E7F-0C185E605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" y="2399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0395" name="AutoShape 69">
              <a:extLst>
                <a:ext uri="{FF2B5EF4-FFF2-40B4-BE49-F238E27FC236}">
                  <a16:creationId xmlns:a16="http://schemas.microsoft.com/office/drawing/2014/main" id="{8384AB90-C957-4905-BA04-0A6ACF497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78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0396" name="AutoShape 70">
              <a:extLst>
                <a:ext uri="{FF2B5EF4-FFF2-40B4-BE49-F238E27FC236}">
                  <a16:creationId xmlns:a16="http://schemas.microsoft.com/office/drawing/2014/main" id="{815A1B60-04B3-456F-BC2F-FD1294CAC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8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grpSp>
          <p:nvGrpSpPr>
            <p:cNvPr id="100397" name="Group 71">
              <a:extLst>
                <a:ext uri="{FF2B5EF4-FFF2-40B4-BE49-F238E27FC236}">
                  <a16:creationId xmlns:a16="http://schemas.microsoft.com/office/drawing/2014/main" id="{64786647-14FF-48B9-BBF8-FBB40C3BAC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072"/>
              <a:ext cx="3744" cy="384"/>
              <a:chOff x="960" y="432"/>
              <a:chExt cx="3744" cy="384"/>
            </a:xfrm>
          </p:grpSpPr>
          <p:grpSp>
            <p:nvGrpSpPr>
              <p:cNvPr id="100421" name="Group 72">
                <a:extLst>
                  <a:ext uri="{FF2B5EF4-FFF2-40B4-BE49-F238E27FC236}">
                    <a16:creationId xmlns:a16="http://schemas.microsoft.com/office/drawing/2014/main" id="{CA095709-35E5-4ABF-A705-496A0A4F95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0426" name="Rectangle 73">
                  <a:extLst>
                    <a:ext uri="{FF2B5EF4-FFF2-40B4-BE49-F238E27FC236}">
                      <a16:creationId xmlns:a16="http://schemas.microsoft.com/office/drawing/2014/main" id="{90F179B4-878B-4B80-825B-5927B03E57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27" name="Rectangle 74">
                  <a:extLst>
                    <a:ext uri="{FF2B5EF4-FFF2-40B4-BE49-F238E27FC236}">
                      <a16:creationId xmlns:a16="http://schemas.microsoft.com/office/drawing/2014/main" id="{8A7B879F-4FDF-4A59-A43E-CECCA6A3DA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28" name="Rectangle 75">
                  <a:extLst>
                    <a:ext uri="{FF2B5EF4-FFF2-40B4-BE49-F238E27FC236}">
                      <a16:creationId xmlns:a16="http://schemas.microsoft.com/office/drawing/2014/main" id="{9408D936-BA7F-4EB0-9231-CBC1D46E98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22" name="Group 76">
                <a:extLst>
                  <a:ext uri="{FF2B5EF4-FFF2-40B4-BE49-F238E27FC236}">
                    <a16:creationId xmlns:a16="http://schemas.microsoft.com/office/drawing/2014/main" id="{AB1EF1BD-65E9-47D5-B0D9-9B46C62736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0423" name="Rectangle 77">
                  <a:extLst>
                    <a:ext uri="{FF2B5EF4-FFF2-40B4-BE49-F238E27FC236}">
                      <a16:creationId xmlns:a16="http://schemas.microsoft.com/office/drawing/2014/main" id="{8798144F-CA33-45DA-B127-DB160CFC2A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24" name="Rectangle 78">
                  <a:extLst>
                    <a:ext uri="{FF2B5EF4-FFF2-40B4-BE49-F238E27FC236}">
                      <a16:creationId xmlns:a16="http://schemas.microsoft.com/office/drawing/2014/main" id="{DC35078E-AC25-4039-9FC9-28D9B60D1C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25" name="Rectangle 79">
                  <a:extLst>
                    <a:ext uri="{FF2B5EF4-FFF2-40B4-BE49-F238E27FC236}">
                      <a16:creationId xmlns:a16="http://schemas.microsoft.com/office/drawing/2014/main" id="{7E233CA7-1BE4-44EC-BD0A-D7B57731B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398" name="Text Box 80">
              <a:extLst>
                <a:ext uri="{FF2B5EF4-FFF2-40B4-BE49-F238E27FC236}">
                  <a16:creationId xmlns:a16="http://schemas.microsoft.com/office/drawing/2014/main" id="{845CBB61-0EE8-42A3-8B08-59234F287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120"/>
              <a:ext cx="339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399" name="Text Box 81">
              <a:extLst>
                <a:ext uri="{FF2B5EF4-FFF2-40B4-BE49-F238E27FC236}">
                  <a16:creationId xmlns:a16="http://schemas.microsoft.com/office/drawing/2014/main" id="{71077CB0-3E7E-4C76-B8E8-07F43FAD6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20"/>
              <a:ext cx="233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400" name="Text Box 82">
              <a:extLst>
                <a:ext uri="{FF2B5EF4-FFF2-40B4-BE49-F238E27FC236}">
                  <a16:creationId xmlns:a16="http://schemas.microsoft.com/office/drawing/2014/main" id="{F3CBE46F-A6C8-4BF4-9446-170C784DD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3120"/>
              <a:ext cx="234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401" name="Text Box 83">
              <a:extLst>
                <a:ext uri="{FF2B5EF4-FFF2-40B4-BE49-F238E27FC236}">
                  <a16:creationId xmlns:a16="http://schemas.microsoft.com/office/drawing/2014/main" id="{8F5D2DDC-9866-44CB-B566-25CB57DA2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120"/>
              <a:ext cx="233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402" name="Text Box 84">
              <a:extLst>
                <a:ext uri="{FF2B5EF4-FFF2-40B4-BE49-F238E27FC236}">
                  <a16:creationId xmlns:a16="http://schemas.microsoft.com/office/drawing/2014/main" id="{CE0378B7-4923-4FEA-AE85-1767065F6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120"/>
              <a:ext cx="339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403" name="Text Box 85">
              <a:extLst>
                <a:ext uri="{FF2B5EF4-FFF2-40B4-BE49-F238E27FC236}">
                  <a16:creationId xmlns:a16="http://schemas.microsoft.com/office/drawing/2014/main" id="{68366985-9D64-4154-99EB-1A30113C3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" y="3120"/>
              <a:ext cx="339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0404" name="AutoShape 86">
              <a:extLst>
                <a:ext uri="{FF2B5EF4-FFF2-40B4-BE49-F238E27FC236}">
                  <a16:creationId xmlns:a16="http://schemas.microsoft.com/office/drawing/2014/main" id="{28406CC0-B68D-45F5-80C2-057556A28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50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0405" name="AutoShape 87">
              <a:extLst>
                <a:ext uri="{FF2B5EF4-FFF2-40B4-BE49-F238E27FC236}">
                  <a16:creationId xmlns:a16="http://schemas.microsoft.com/office/drawing/2014/main" id="{AE78A4F0-257D-4670-BDA8-AB0E78E2F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50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grpSp>
          <p:nvGrpSpPr>
            <p:cNvPr id="100406" name="Group 88">
              <a:extLst>
                <a:ext uri="{FF2B5EF4-FFF2-40B4-BE49-F238E27FC236}">
                  <a16:creationId xmlns:a16="http://schemas.microsoft.com/office/drawing/2014/main" id="{8C940977-9B7A-4E7C-98E5-8E1DCA38A9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792"/>
              <a:ext cx="3744" cy="384"/>
              <a:chOff x="960" y="432"/>
              <a:chExt cx="3744" cy="384"/>
            </a:xfrm>
          </p:grpSpPr>
          <p:grpSp>
            <p:nvGrpSpPr>
              <p:cNvPr id="100413" name="Group 89">
                <a:extLst>
                  <a:ext uri="{FF2B5EF4-FFF2-40B4-BE49-F238E27FC236}">
                    <a16:creationId xmlns:a16="http://schemas.microsoft.com/office/drawing/2014/main" id="{0AEFF126-A6B0-4467-91BC-1E19D85F3A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0418" name="Rectangle 90">
                  <a:extLst>
                    <a:ext uri="{FF2B5EF4-FFF2-40B4-BE49-F238E27FC236}">
                      <a16:creationId xmlns:a16="http://schemas.microsoft.com/office/drawing/2014/main" id="{FA6F598B-5305-4887-A8EF-9111ACBFAF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19" name="Rectangle 91">
                  <a:extLst>
                    <a:ext uri="{FF2B5EF4-FFF2-40B4-BE49-F238E27FC236}">
                      <a16:creationId xmlns:a16="http://schemas.microsoft.com/office/drawing/2014/main" id="{EEF57E59-ED51-4608-B948-88ECAD4F6B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20" name="Rectangle 92">
                  <a:extLst>
                    <a:ext uri="{FF2B5EF4-FFF2-40B4-BE49-F238E27FC236}">
                      <a16:creationId xmlns:a16="http://schemas.microsoft.com/office/drawing/2014/main" id="{F85DC70D-3AFC-44CD-988D-88BF3CEF07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14" name="Group 93">
                <a:extLst>
                  <a:ext uri="{FF2B5EF4-FFF2-40B4-BE49-F238E27FC236}">
                    <a16:creationId xmlns:a16="http://schemas.microsoft.com/office/drawing/2014/main" id="{7DE53193-BF3F-4C78-873B-0A0A566A03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0415" name="Rectangle 94">
                  <a:extLst>
                    <a:ext uri="{FF2B5EF4-FFF2-40B4-BE49-F238E27FC236}">
                      <a16:creationId xmlns:a16="http://schemas.microsoft.com/office/drawing/2014/main" id="{6D269B20-0F2F-42D1-86DB-7AAFAA0CF8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16" name="Rectangle 95">
                  <a:extLst>
                    <a:ext uri="{FF2B5EF4-FFF2-40B4-BE49-F238E27FC236}">
                      <a16:creationId xmlns:a16="http://schemas.microsoft.com/office/drawing/2014/main" id="{C5935A6E-8C41-46FA-8EF1-6212B91242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17" name="Rectangle 96">
                  <a:extLst>
                    <a:ext uri="{FF2B5EF4-FFF2-40B4-BE49-F238E27FC236}">
                      <a16:creationId xmlns:a16="http://schemas.microsoft.com/office/drawing/2014/main" id="{E57FE1BA-3EB0-4B6C-A38C-7D11AEA2DA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407" name="Text Box 97">
              <a:extLst>
                <a:ext uri="{FF2B5EF4-FFF2-40B4-BE49-F238E27FC236}">
                  <a16:creationId xmlns:a16="http://schemas.microsoft.com/office/drawing/2014/main" id="{FB0F44A1-1AED-459B-A7B4-57C68BD2B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840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408" name="Text Box 98">
              <a:extLst>
                <a:ext uri="{FF2B5EF4-FFF2-40B4-BE49-F238E27FC236}">
                  <a16:creationId xmlns:a16="http://schemas.microsoft.com/office/drawing/2014/main" id="{CDB2432C-8546-4CDA-9EEC-F5CF6C446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840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409" name="Text Box 99">
              <a:extLst>
                <a:ext uri="{FF2B5EF4-FFF2-40B4-BE49-F238E27FC236}">
                  <a16:creationId xmlns:a16="http://schemas.microsoft.com/office/drawing/2014/main" id="{674E0E6F-5B6B-4CA6-AD9F-DD8184768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3840"/>
              <a:ext cx="234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410" name="Text Box 100">
              <a:extLst>
                <a:ext uri="{FF2B5EF4-FFF2-40B4-BE49-F238E27FC236}">
                  <a16:creationId xmlns:a16="http://schemas.microsoft.com/office/drawing/2014/main" id="{FB0434E6-4613-456D-8018-715DB1BEE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840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411" name="Text Box 101">
              <a:extLst>
                <a:ext uri="{FF2B5EF4-FFF2-40B4-BE49-F238E27FC236}">
                  <a16:creationId xmlns:a16="http://schemas.microsoft.com/office/drawing/2014/main" id="{27D8D360-6C35-4CA6-8593-F87DFAC98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840"/>
              <a:ext cx="3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412" name="Text Box 102">
              <a:extLst>
                <a:ext uri="{FF2B5EF4-FFF2-40B4-BE49-F238E27FC236}">
                  <a16:creationId xmlns:a16="http://schemas.microsoft.com/office/drawing/2014/main" id="{FADDB226-E221-4148-B49D-6D48ADAC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840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</p:grpSp>
      <p:sp>
        <p:nvSpPr>
          <p:cNvPr id="100356" name="Text Box 103">
            <a:extLst>
              <a:ext uri="{FF2B5EF4-FFF2-40B4-BE49-F238E27FC236}">
                <a16:creationId xmlns:a16="http://schemas.microsoft.com/office/drawing/2014/main" id="{F9BC58BC-DB11-40F8-948D-6F51F0F17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62063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1ª comparação &gt;</a:t>
            </a:r>
          </a:p>
        </p:txBody>
      </p:sp>
      <p:sp>
        <p:nvSpPr>
          <p:cNvPr id="100357" name="Text Box 104">
            <a:extLst>
              <a:ext uri="{FF2B5EF4-FFF2-40B4-BE49-F238E27FC236}">
                <a16:creationId xmlns:a16="http://schemas.microsoft.com/office/drawing/2014/main" id="{548AD959-352C-4490-89ED-D85ACA1EF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05038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2ª comparação &gt;</a:t>
            </a:r>
          </a:p>
        </p:txBody>
      </p:sp>
      <p:sp>
        <p:nvSpPr>
          <p:cNvPr id="100358" name="Text Box 105">
            <a:extLst>
              <a:ext uri="{FF2B5EF4-FFF2-40B4-BE49-F238E27FC236}">
                <a16:creationId xmlns:a16="http://schemas.microsoft.com/office/drawing/2014/main" id="{4ED9E403-7810-4B2B-B88D-4704410AB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141663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3ª comparação &gt;</a:t>
            </a:r>
          </a:p>
        </p:txBody>
      </p:sp>
      <p:sp>
        <p:nvSpPr>
          <p:cNvPr id="100359" name="Text Box 106">
            <a:extLst>
              <a:ext uri="{FF2B5EF4-FFF2-40B4-BE49-F238E27FC236}">
                <a16:creationId xmlns:a16="http://schemas.microsoft.com/office/drawing/2014/main" id="{28B4A4A1-E940-45C9-A420-5C0A4906F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76700"/>
            <a:ext cx="2447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4ª comparação &gt;</a:t>
            </a:r>
          </a:p>
        </p:txBody>
      </p:sp>
      <p:sp>
        <p:nvSpPr>
          <p:cNvPr id="100360" name="Text Box 107">
            <a:extLst>
              <a:ext uri="{FF2B5EF4-FFF2-40B4-BE49-F238E27FC236}">
                <a16:creationId xmlns:a16="http://schemas.microsoft.com/office/drawing/2014/main" id="{0454C981-F34D-4459-8731-3351FA19C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941888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5ª comparação &gt;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9E0A5F0F-C08C-4BC2-8490-10D01433EF45}"/>
              </a:ext>
            </a:extLst>
          </p:cNvPr>
          <p:cNvSpPr txBox="1"/>
          <p:nvPr/>
        </p:nvSpPr>
        <p:spPr>
          <a:xfrm>
            <a:off x="419286" y="260648"/>
            <a:ext cx="6024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i="1" dirty="0"/>
              <a:t>Fazendo as comparações: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Espaço Reservado para Número de Slide 3">
            <a:extLst>
              <a:ext uri="{FF2B5EF4-FFF2-40B4-BE49-F238E27FC236}">
                <a16:creationId xmlns:a16="http://schemas.microsoft.com/office/drawing/2014/main" id="{2EEE69E4-181E-4D21-A082-E9739C72AA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659952-C3A6-4E6A-A2AB-340046C17B0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89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0376" name="AutoShape 34">
            <a:extLst>
              <a:ext uri="{FF2B5EF4-FFF2-40B4-BE49-F238E27FC236}">
                <a16:creationId xmlns:a16="http://schemas.microsoft.com/office/drawing/2014/main" id="{5762A290-1829-42DE-8DA7-E95A51DD085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699792" y="1195812"/>
            <a:ext cx="276876" cy="292950"/>
          </a:xfrm>
          <a:prstGeom prst="up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09" name="Rectangle 5">
            <a:extLst>
              <a:ext uri="{FF2B5EF4-FFF2-40B4-BE49-F238E27FC236}">
                <a16:creationId xmlns:a16="http://schemas.microsoft.com/office/drawing/2014/main" id="{8D100498-723D-42EC-8F2E-8AA6A0550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2833332"/>
            <a:ext cx="899848" cy="5034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EE4302-3D22-41E9-AC7A-A6E8C5E64C57}"/>
              </a:ext>
            </a:extLst>
          </p:cNvPr>
          <p:cNvSpPr txBox="1"/>
          <p:nvPr/>
        </p:nvSpPr>
        <p:spPr>
          <a:xfrm>
            <a:off x="1293371" y="1616095"/>
            <a:ext cx="899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VET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6E0B0CC7-5E86-47A1-BB0F-49255CFABAA8}"/>
              </a:ext>
            </a:extLst>
          </p:cNvPr>
          <p:cNvSpPr txBox="1"/>
          <p:nvPr/>
        </p:nvSpPr>
        <p:spPr>
          <a:xfrm>
            <a:off x="1290295" y="2905340"/>
            <a:ext cx="145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EE527E0-B78B-42B8-A2C7-39C6BF87A36F}"/>
              </a:ext>
            </a:extLst>
          </p:cNvPr>
          <p:cNvGrpSpPr/>
          <p:nvPr/>
        </p:nvGrpSpPr>
        <p:grpSpPr>
          <a:xfrm>
            <a:off x="2411760" y="1583955"/>
            <a:ext cx="5399088" cy="785391"/>
            <a:chOff x="2844800" y="719138"/>
            <a:chExt cx="5399088" cy="785391"/>
          </a:xfrm>
        </p:grpSpPr>
        <p:grpSp>
          <p:nvGrpSpPr>
            <p:cNvPr id="100361" name="Group 3">
              <a:extLst>
                <a:ext uri="{FF2B5EF4-FFF2-40B4-BE49-F238E27FC236}">
                  <a16:creationId xmlns:a16="http://schemas.microsoft.com/office/drawing/2014/main" id="{46195A94-33DF-4F04-B9AF-DC672BE9A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4800" y="719138"/>
              <a:ext cx="5399088" cy="504119"/>
              <a:chOff x="960" y="432"/>
              <a:chExt cx="3744" cy="413"/>
            </a:xfrm>
          </p:grpSpPr>
          <p:grpSp>
            <p:nvGrpSpPr>
              <p:cNvPr id="100453" name="Group 4">
                <a:extLst>
                  <a:ext uri="{FF2B5EF4-FFF2-40B4-BE49-F238E27FC236}">
                    <a16:creationId xmlns:a16="http://schemas.microsoft.com/office/drawing/2014/main" id="{4FF86375-E8DB-4C87-84BD-C34185BFE4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413"/>
                <a:chOff x="1152" y="3120"/>
                <a:chExt cx="1872" cy="413"/>
              </a:xfrm>
            </p:grpSpPr>
            <p:sp>
              <p:nvSpPr>
                <p:cNvPr id="100458" name="Rectangle 5">
                  <a:extLst>
                    <a:ext uri="{FF2B5EF4-FFF2-40B4-BE49-F238E27FC236}">
                      <a16:creationId xmlns:a16="http://schemas.microsoft.com/office/drawing/2014/main" id="{5D30410E-09BC-4086-B7C1-AC37876105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9" name="Rectangle 6">
                  <a:extLst>
                    <a:ext uri="{FF2B5EF4-FFF2-40B4-BE49-F238E27FC236}">
                      <a16:creationId xmlns:a16="http://schemas.microsoft.com/office/drawing/2014/main" id="{3D4153BA-1F81-4AFC-8BFD-EE7AC34E8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60" name="Rectangle 7">
                  <a:extLst>
                    <a:ext uri="{FF2B5EF4-FFF2-40B4-BE49-F238E27FC236}">
                      <a16:creationId xmlns:a16="http://schemas.microsoft.com/office/drawing/2014/main" id="{4D70B912-4D07-41B9-B527-B2FA080CFF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54" name="Group 8">
                <a:extLst>
                  <a:ext uri="{FF2B5EF4-FFF2-40B4-BE49-F238E27FC236}">
                    <a16:creationId xmlns:a16="http://schemas.microsoft.com/office/drawing/2014/main" id="{772153C9-C8CC-4DE7-9AFD-4FC9EAC4A7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413"/>
                <a:chOff x="1152" y="3120"/>
                <a:chExt cx="1872" cy="413"/>
              </a:xfrm>
            </p:grpSpPr>
            <p:sp>
              <p:nvSpPr>
                <p:cNvPr id="100455" name="Rectangle 9">
                  <a:extLst>
                    <a:ext uri="{FF2B5EF4-FFF2-40B4-BE49-F238E27FC236}">
                      <a16:creationId xmlns:a16="http://schemas.microsoft.com/office/drawing/2014/main" id="{87124381-A0C9-44E1-8BC9-ADBAFDC2A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6" name="Rectangle 10">
                  <a:extLst>
                    <a:ext uri="{FF2B5EF4-FFF2-40B4-BE49-F238E27FC236}">
                      <a16:creationId xmlns:a16="http://schemas.microsoft.com/office/drawing/2014/main" id="{409ACE3B-A17A-4355-8D3C-3DC25C7C5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7" name="Rectangle 11">
                  <a:extLst>
                    <a:ext uri="{FF2B5EF4-FFF2-40B4-BE49-F238E27FC236}">
                      <a16:creationId xmlns:a16="http://schemas.microsoft.com/office/drawing/2014/main" id="{D1E06079-CA6B-47CD-8000-3B38BB257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362" name="Text Box 12">
              <a:extLst>
                <a:ext uri="{FF2B5EF4-FFF2-40B4-BE49-F238E27FC236}">
                  <a16:creationId xmlns:a16="http://schemas.microsoft.com/office/drawing/2014/main" id="{E6E31F86-9C7D-4CD2-8E0A-DD1674C1C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3616" y="734186"/>
              <a:ext cx="488860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363" name="Text Box 13">
              <a:extLst>
                <a:ext uri="{FF2B5EF4-FFF2-40B4-BE49-F238E27FC236}">
                  <a16:creationId xmlns:a16="http://schemas.microsoft.com/office/drawing/2014/main" id="{BF51E8D6-51DE-4C37-B106-E189FC4D0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1524" y="734186"/>
              <a:ext cx="336001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364" name="Text Box 14">
              <a:extLst>
                <a:ext uri="{FF2B5EF4-FFF2-40B4-BE49-F238E27FC236}">
                  <a16:creationId xmlns:a16="http://schemas.microsoft.com/office/drawing/2014/main" id="{1AB22F11-EE74-43F9-9E74-94B0C3C60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372" y="734186"/>
              <a:ext cx="336001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365" name="Text Box 15">
              <a:extLst>
                <a:ext uri="{FF2B5EF4-FFF2-40B4-BE49-F238E27FC236}">
                  <a16:creationId xmlns:a16="http://schemas.microsoft.com/office/drawing/2014/main" id="{C7734593-07E0-4A90-BA69-349187B6C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1220" y="734186"/>
              <a:ext cx="336001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366" name="Text Box 16">
              <a:extLst>
                <a:ext uri="{FF2B5EF4-FFF2-40B4-BE49-F238E27FC236}">
                  <a16:creationId xmlns:a16="http://schemas.microsoft.com/office/drawing/2014/main" id="{DCECDC9A-47C5-4A9A-AECD-5E7C63782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3008" y="734186"/>
              <a:ext cx="488860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367" name="Text Box 17">
              <a:extLst>
                <a:ext uri="{FF2B5EF4-FFF2-40B4-BE49-F238E27FC236}">
                  <a16:creationId xmlns:a16="http://schemas.microsoft.com/office/drawing/2014/main" id="{86D19C02-83AD-43D8-BE6F-34E5BCC08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2856" y="734186"/>
              <a:ext cx="488860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A7538498-3F37-4762-A272-A1AB556C5664}"/>
                </a:ext>
              </a:extLst>
            </p:cNvPr>
            <p:cNvSpPr txBox="1"/>
            <p:nvPr/>
          </p:nvSpPr>
          <p:spPr>
            <a:xfrm>
              <a:off x="2844800" y="1196752"/>
              <a:ext cx="5399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      0                1                 2                3                4                5</a:t>
              </a:r>
            </a:p>
          </p:txBody>
        </p:sp>
      </p:grpSp>
      <p:sp>
        <p:nvSpPr>
          <p:cNvPr id="114" name="AutoShape 34">
            <a:extLst>
              <a:ext uri="{FF2B5EF4-FFF2-40B4-BE49-F238E27FC236}">
                <a16:creationId xmlns:a16="http://schemas.microsoft.com/office/drawing/2014/main" id="{C5B3AD0B-80DC-4C4A-9BDD-9D62B0C1192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606092" y="1184164"/>
            <a:ext cx="276876" cy="292950"/>
          </a:xfrm>
          <a:prstGeom prst="up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17" name="Text Box 12">
            <a:extLst>
              <a:ext uri="{FF2B5EF4-FFF2-40B4-BE49-F238E27FC236}">
                <a16:creationId xmlns:a16="http://schemas.microsoft.com/office/drawing/2014/main" id="{93030A10-42AB-40D1-B214-77E86B348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708" y="2862229"/>
            <a:ext cx="488860" cy="457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6C4E3B0F-E3A6-48B4-A481-93850F368061}"/>
              </a:ext>
            </a:extLst>
          </p:cNvPr>
          <p:cNvSpPr txBox="1"/>
          <p:nvPr/>
        </p:nvSpPr>
        <p:spPr>
          <a:xfrm>
            <a:off x="1691680" y="4659650"/>
            <a:ext cx="610302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VET[0] = VET[1];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B3B5BB46-15EF-478B-B880-12F468063BA9}"/>
              </a:ext>
            </a:extLst>
          </p:cNvPr>
          <p:cNvSpPr txBox="1"/>
          <p:nvPr/>
        </p:nvSpPr>
        <p:spPr>
          <a:xfrm>
            <a:off x="1691680" y="4220148"/>
            <a:ext cx="610302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TEMP = VET[0];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8AEE340-D61B-4E33-A60E-4483673347C3}"/>
              </a:ext>
            </a:extLst>
          </p:cNvPr>
          <p:cNvSpPr txBox="1"/>
          <p:nvPr/>
        </p:nvSpPr>
        <p:spPr>
          <a:xfrm>
            <a:off x="1691680" y="5112710"/>
            <a:ext cx="610302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VET[1] = TEMP;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4C99FF9-3A6A-491A-BFFB-F4E072E66BA6}"/>
              </a:ext>
            </a:extLst>
          </p:cNvPr>
          <p:cNvSpPr txBox="1"/>
          <p:nvPr/>
        </p:nvSpPr>
        <p:spPr>
          <a:xfrm>
            <a:off x="1187624" y="3659103"/>
            <a:ext cx="3763194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(VET[0] &gt; VET[1])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5" name="Text Box 13">
            <a:extLst>
              <a:ext uri="{FF2B5EF4-FFF2-40B4-BE49-F238E27FC236}">
                <a16:creationId xmlns:a16="http://schemas.microsoft.com/office/drawing/2014/main" id="{27C7A78E-5A1A-494A-AB2F-0A49EED51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222" y="1622135"/>
            <a:ext cx="546084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7</a:t>
            </a:r>
          </a:p>
        </p:txBody>
      </p:sp>
      <p:sp>
        <p:nvSpPr>
          <p:cNvPr id="126" name="Text Box 12">
            <a:extLst>
              <a:ext uri="{FF2B5EF4-FFF2-40B4-BE49-F238E27FC236}">
                <a16:creationId xmlns:a16="http://schemas.microsoft.com/office/drawing/2014/main" id="{7F3795AF-3AA7-4028-848C-AF2862A0F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64" y="1622687"/>
            <a:ext cx="488860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E7CBBF37-DC28-491D-8A04-554478B1A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5E9E1E-5320-499A-A51B-63C7BE30F224}"/>
              </a:ext>
            </a:extLst>
          </p:cNvPr>
          <p:cNvSpPr txBox="1"/>
          <p:nvPr/>
        </p:nvSpPr>
        <p:spPr>
          <a:xfrm>
            <a:off x="5818894" y="5241394"/>
            <a:ext cx="2856228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Veja este slide no modo de apresentação!</a:t>
            </a:r>
          </a:p>
        </p:txBody>
      </p:sp>
    </p:spTree>
    <p:extLst>
      <p:ext uri="{BB962C8B-B14F-4D97-AF65-F5344CB8AC3E}">
        <p14:creationId xmlns:p14="http://schemas.microsoft.com/office/powerpoint/2010/main" val="562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21" grpId="0"/>
      <p:bldP spid="122" grpId="0"/>
      <p:bldP spid="123" grpId="0"/>
      <p:bldP spid="124" grpId="0"/>
      <p:bldP spid="125" grpId="0" animBg="1"/>
      <p:bldP spid="126" grpId="0" animBg="1"/>
      <p:bldP spid="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3EE527E0-B78B-42B8-A2C7-39C6BF87A36F}"/>
              </a:ext>
            </a:extLst>
          </p:cNvPr>
          <p:cNvGrpSpPr/>
          <p:nvPr/>
        </p:nvGrpSpPr>
        <p:grpSpPr>
          <a:xfrm>
            <a:off x="2411760" y="1583955"/>
            <a:ext cx="5399088" cy="785391"/>
            <a:chOff x="2844800" y="719138"/>
            <a:chExt cx="5399088" cy="785391"/>
          </a:xfrm>
        </p:grpSpPr>
        <p:grpSp>
          <p:nvGrpSpPr>
            <p:cNvPr id="100361" name="Group 3">
              <a:extLst>
                <a:ext uri="{FF2B5EF4-FFF2-40B4-BE49-F238E27FC236}">
                  <a16:creationId xmlns:a16="http://schemas.microsoft.com/office/drawing/2014/main" id="{46195A94-33DF-4F04-B9AF-DC672BE9A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4800" y="719138"/>
              <a:ext cx="5399088" cy="504119"/>
              <a:chOff x="960" y="432"/>
              <a:chExt cx="3744" cy="413"/>
            </a:xfrm>
          </p:grpSpPr>
          <p:grpSp>
            <p:nvGrpSpPr>
              <p:cNvPr id="100453" name="Group 4">
                <a:extLst>
                  <a:ext uri="{FF2B5EF4-FFF2-40B4-BE49-F238E27FC236}">
                    <a16:creationId xmlns:a16="http://schemas.microsoft.com/office/drawing/2014/main" id="{4FF86375-E8DB-4C87-84BD-C34185BFE4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413"/>
                <a:chOff x="1152" y="3120"/>
                <a:chExt cx="1872" cy="413"/>
              </a:xfrm>
            </p:grpSpPr>
            <p:sp>
              <p:nvSpPr>
                <p:cNvPr id="100458" name="Rectangle 5">
                  <a:extLst>
                    <a:ext uri="{FF2B5EF4-FFF2-40B4-BE49-F238E27FC236}">
                      <a16:creationId xmlns:a16="http://schemas.microsoft.com/office/drawing/2014/main" id="{5D30410E-09BC-4086-B7C1-AC37876105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9" name="Rectangle 6">
                  <a:extLst>
                    <a:ext uri="{FF2B5EF4-FFF2-40B4-BE49-F238E27FC236}">
                      <a16:creationId xmlns:a16="http://schemas.microsoft.com/office/drawing/2014/main" id="{3D4153BA-1F81-4AFC-8BFD-EE7AC34E8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60" name="Rectangle 7">
                  <a:extLst>
                    <a:ext uri="{FF2B5EF4-FFF2-40B4-BE49-F238E27FC236}">
                      <a16:creationId xmlns:a16="http://schemas.microsoft.com/office/drawing/2014/main" id="{4D70B912-4D07-41B9-B527-B2FA080CFF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0454" name="Group 8">
                <a:extLst>
                  <a:ext uri="{FF2B5EF4-FFF2-40B4-BE49-F238E27FC236}">
                    <a16:creationId xmlns:a16="http://schemas.microsoft.com/office/drawing/2014/main" id="{772153C9-C8CC-4DE7-9AFD-4FC9EAC4A7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413"/>
                <a:chOff x="1152" y="3120"/>
                <a:chExt cx="1872" cy="413"/>
              </a:xfrm>
            </p:grpSpPr>
            <p:sp>
              <p:nvSpPr>
                <p:cNvPr id="100455" name="Rectangle 9">
                  <a:extLst>
                    <a:ext uri="{FF2B5EF4-FFF2-40B4-BE49-F238E27FC236}">
                      <a16:creationId xmlns:a16="http://schemas.microsoft.com/office/drawing/2014/main" id="{87124381-A0C9-44E1-8BC9-ADBAFDC2A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6" name="Rectangle 10">
                  <a:extLst>
                    <a:ext uri="{FF2B5EF4-FFF2-40B4-BE49-F238E27FC236}">
                      <a16:creationId xmlns:a16="http://schemas.microsoft.com/office/drawing/2014/main" id="{409ACE3B-A17A-4355-8D3C-3DC25C7C5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0457" name="Rectangle 11">
                  <a:extLst>
                    <a:ext uri="{FF2B5EF4-FFF2-40B4-BE49-F238E27FC236}">
                      <a16:creationId xmlns:a16="http://schemas.microsoft.com/office/drawing/2014/main" id="{D1E06079-CA6B-47CD-8000-3B38BB257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41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0362" name="Text Box 12">
              <a:extLst>
                <a:ext uri="{FF2B5EF4-FFF2-40B4-BE49-F238E27FC236}">
                  <a16:creationId xmlns:a16="http://schemas.microsoft.com/office/drawing/2014/main" id="{E6E31F86-9C7D-4CD2-8E0A-DD1674C1C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832" y="734186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363" name="Text Box 13">
              <a:extLst>
                <a:ext uri="{FF2B5EF4-FFF2-40B4-BE49-F238E27FC236}">
                  <a16:creationId xmlns:a16="http://schemas.microsoft.com/office/drawing/2014/main" id="{BF51E8D6-51DE-4C37-B106-E189FC4D0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920" y="73418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0364" name="Text Box 14">
              <a:extLst>
                <a:ext uri="{FF2B5EF4-FFF2-40B4-BE49-F238E27FC236}">
                  <a16:creationId xmlns:a16="http://schemas.microsoft.com/office/drawing/2014/main" id="{1AB22F11-EE74-43F9-9E74-94B0C3C60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372" y="734186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365" name="Text Box 15">
              <a:extLst>
                <a:ext uri="{FF2B5EF4-FFF2-40B4-BE49-F238E27FC236}">
                  <a16:creationId xmlns:a16="http://schemas.microsoft.com/office/drawing/2014/main" id="{C7734593-07E0-4A90-BA69-349187B6C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1220" y="734186"/>
              <a:ext cx="336001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366" name="Text Box 16">
              <a:extLst>
                <a:ext uri="{FF2B5EF4-FFF2-40B4-BE49-F238E27FC236}">
                  <a16:creationId xmlns:a16="http://schemas.microsoft.com/office/drawing/2014/main" id="{DCECDC9A-47C5-4A9A-AECD-5E7C63782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3008" y="734186"/>
              <a:ext cx="488860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0367" name="Text Box 17">
              <a:extLst>
                <a:ext uri="{FF2B5EF4-FFF2-40B4-BE49-F238E27FC236}">
                  <a16:creationId xmlns:a16="http://schemas.microsoft.com/office/drawing/2014/main" id="{86D19C02-83AD-43D8-BE6F-34E5BCC08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2856" y="734186"/>
              <a:ext cx="488860" cy="457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A7538498-3F37-4762-A272-A1AB556C5664}"/>
                </a:ext>
              </a:extLst>
            </p:cNvPr>
            <p:cNvSpPr txBox="1"/>
            <p:nvPr/>
          </p:nvSpPr>
          <p:spPr>
            <a:xfrm>
              <a:off x="2844800" y="1196752"/>
              <a:ext cx="5399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      0                1                 2                3                4                5</a:t>
              </a:r>
            </a:p>
          </p:txBody>
        </p:sp>
      </p:grpSp>
      <p:sp>
        <p:nvSpPr>
          <p:cNvPr id="108" name="Espaço Reservado para Número de Slide 3">
            <a:extLst>
              <a:ext uri="{FF2B5EF4-FFF2-40B4-BE49-F238E27FC236}">
                <a16:creationId xmlns:a16="http://schemas.microsoft.com/office/drawing/2014/main" id="{2EEE69E4-181E-4D21-A082-E9739C72AA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659952-C3A6-4E6A-A2AB-340046C17B03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0376" name="AutoShape 34">
            <a:extLst>
              <a:ext uri="{FF2B5EF4-FFF2-40B4-BE49-F238E27FC236}">
                <a16:creationId xmlns:a16="http://schemas.microsoft.com/office/drawing/2014/main" id="{5762A290-1829-42DE-8DA7-E95A51DD085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604848" y="1195812"/>
            <a:ext cx="276876" cy="292950"/>
          </a:xfrm>
          <a:prstGeom prst="up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09" name="Rectangle 5">
            <a:extLst>
              <a:ext uri="{FF2B5EF4-FFF2-40B4-BE49-F238E27FC236}">
                <a16:creationId xmlns:a16="http://schemas.microsoft.com/office/drawing/2014/main" id="{8D100498-723D-42EC-8F2E-8AA6A0550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2833332"/>
            <a:ext cx="899848" cy="5034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EE4302-3D22-41E9-AC7A-A6E8C5E64C57}"/>
              </a:ext>
            </a:extLst>
          </p:cNvPr>
          <p:cNvSpPr txBox="1"/>
          <p:nvPr/>
        </p:nvSpPr>
        <p:spPr>
          <a:xfrm>
            <a:off x="1293371" y="1616095"/>
            <a:ext cx="899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VET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6E0B0CC7-5E86-47A1-BB0F-49255CFABAA8}"/>
              </a:ext>
            </a:extLst>
          </p:cNvPr>
          <p:cNvSpPr txBox="1"/>
          <p:nvPr/>
        </p:nvSpPr>
        <p:spPr>
          <a:xfrm>
            <a:off x="1290295" y="2905340"/>
            <a:ext cx="145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</a:t>
            </a:r>
          </a:p>
        </p:txBody>
      </p:sp>
      <p:sp>
        <p:nvSpPr>
          <p:cNvPr id="114" name="AutoShape 34">
            <a:extLst>
              <a:ext uri="{FF2B5EF4-FFF2-40B4-BE49-F238E27FC236}">
                <a16:creationId xmlns:a16="http://schemas.microsoft.com/office/drawing/2014/main" id="{C5B3AD0B-80DC-4C4A-9BDD-9D62B0C1192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11148" y="1184164"/>
            <a:ext cx="276876" cy="292950"/>
          </a:xfrm>
          <a:prstGeom prst="up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17" name="Text Box 12">
            <a:extLst>
              <a:ext uri="{FF2B5EF4-FFF2-40B4-BE49-F238E27FC236}">
                <a16:creationId xmlns:a16="http://schemas.microsoft.com/office/drawing/2014/main" id="{93030A10-42AB-40D1-B214-77E86B348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708" y="2862229"/>
            <a:ext cx="488860" cy="457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4C99FF9-3A6A-491A-BFFB-F4E072E66BA6}"/>
              </a:ext>
            </a:extLst>
          </p:cNvPr>
          <p:cNvSpPr txBox="1"/>
          <p:nvPr/>
        </p:nvSpPr>
        <p:spPr>
          <a:xfrm>
            <a:off x="1187624" y="3659103"/>
            <a:ext cx="3763194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(VET[1] &gt; VET[2])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5" name="Text Box 13">
            <a:extLst>
              <a:ext uri="{FF2B5EF4-FFF2-40B4-BE49-F238E27FC236}">
                <a16:creationId xmlns:a16="http://schemas.microsoft.com/office/drawing/2014/main" id="{27C7A78E-5A1A-494A-AB2F-0A49EED51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538" y="1622135"/>
            <a:ext cx="546084" cy="461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1</a:t>
            </a:r>
          </a:p>
        </p:txBody>
      </p:sp>
      <p:sp>
        <p:nvSpPr>
          <p:cNvPr id="126" name="Text Box 12">
            <a:extLst>
              <a:ext uri="{FF2B5EF4-FFF2-40B4-BE49-F238E27FC236}">
                <a16:creationId xmlns:a16="http://schemas.microsoft.com/office/drawing/2014/main" id="{7F3795AF-3AA7-4028-848C-AF2862A0F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680" y="1622687"/>
            <a:ext cx="488860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E7CBBF37-DC28-491D-8A04-554478B1A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5E9E1E-5320-499A-A51B-63C7BE30F224}"/>
              </a:ext>
            </a:extLst>
          </p:cNvPr>
          <p:cNvSpPr txBox="1"/>
          <p:nvPr/>
        </p:nvSpPr>
        <p:spPr>
          <a:xfrm>
            <a:off x="5818894" y="5241394"/>
            <a:ext cx="2856228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Veja este slide no modo de apresentação!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B3B5BB46-15EF-478B-B880-12F468063BA9}"/>
              </a:ext>
            </a:extLst>
          </p:cNvPr>
          <p:cNvSpPr txBox="1"/>
          <p:nvPr/>
        </p:nvSpPr>
        <p:spPr>
          <a:xfrm>
            <a:off x="1709340" y="4220148"/>
            <a:ext cx="610302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TEMP = VET[1];</a:t>
            </a: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6C4E3B0F-E3A6-48B4-A481-93850F368061}"/>
              </a:ext>
            </a:extLst>
          </p:cNvPr>
          <p:cNvSpPr txBox="1"/>
          <p:nvPr/>
        </p:nvSpPr>
        <p:spPr>
          <a:xfrm>
            <a:off x="1691680" y="4659650"/>
            <a:ext cx="610302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VET[1] = VET[2];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8AEE340-D61B-4E33-A60E-4483673347C3}"/>
              </a:ext>
            </a:extLst>
          </p:cNvPr>
          <p:cNvSpPr txBox="1"/>
          <p:nvPr/>
        </p:nvSpPr>
        <p:spPr>
          <a:xfrm>
            <a:off x="1691680" y="5112710"/>
            <a:ext cx="610302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VET[2] = TEMP;</a:t>
            </a:r>
          </a:p>
        </p:txBody>
      </p:sp>
    </p:spTree>
    <p:extLst>
      <p:ext uri="{BB962C8B-B14F-4D97-AF65-F5344CB8AC3E}">
        <p14:creationId xmlns:p14="http://schemas.microsoft.com/office/powerpoint/2010/main" val="224423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24" grpId="0"/>
      <p:bldP spid="125" grpId="0" animBg="1"/>
      <p:bldP spid="126" grpId="0" animBg="1"/>
      <p:bldP spid="5" grpId="0" animBg="1"/>
      <p:bldP spid="122" grpId="0"/>
      <p:bldP spid="121" grpId="0"/>
      <p:bldP spid="123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35C3F6C-52E6-43F6-9F27-2AF0C88C3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F1B66-76E7-4014-B736-FA95FAA12B9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219B4EF-A3C8-4E40-B994-5403B70CF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7813" y="2780928"/>
            <a:ext cx="6840537" cy="316902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[6];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[0] &gt;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[1])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[0];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[0]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[1]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C6107E3-218E-496A-9EC4-126577684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6501" name="Rectangle 4">
            <a:extLst>
              <a:ext uri="{FF2B5EF4-FFF2-40B4-BE49-F238E27FC236}">
                <a16:creationId xmlns:a16="http://schemas.microsoft.com/office/drawing/2014/main" id="{10E762BD-B957-4048-AEEA-CB27A324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Troca de valores (uso de uma variável de passagem):</a:t>
            </a:r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</p:spTree>
    <p:extLst>
      <p:ext uri="{BB962C8B-B14F-4D97-AF65-F5344CB8AC3E}">
        <p14:creationId xmlns:p14="http://schemas.microsoft.com/office/powerpoint/2010/main" val="892341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35C3F6C-52E6-43F6-9F27-2AF0C88C3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F1B66-76E7-4014-B736-FA95FAA12B9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219B4EF-A3C8-4E40-B994-5403B70CF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7813" y="2205038"/>
            <a:ext cx="6840537" cy="3744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[6];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x=0; x&lt;5; x++)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&gt;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[x+1])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   </a:t>
            </a: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C6107E3-218E-496A-9EC4-126577684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6501" name="Rectangle 4">
            <a:extLst>
              <a:ext uri="{FF2B5EF4-FFF2-40B4-BE49-F238E27FC236}">
                <a16:creationId xmlns:a16="http://schemas.microsoft.com/office/drawing/2014/main" id="{10E762BD-B957-4048-AEEA-CB27A324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 (1ª versão):</a:t>
            </a:r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04F2D41-67AC-4328-B386-70E055F79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1" y="3294939"/>
            <a:ext cx="5832647" cy="2294647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76D17E74-F529-4AE1-BC22-63007457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4" y="1268414"/>
            <a:ext cx="2376488" cy="1244940"/>
          </a:xfrm>
          <a:prstGeom prst="wedgeRectCallout">
            <a:avLst>
              <a:gd name="adj1" fmla="val -60352"/>
              <a:gd name="adj2" fmla="val 1205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Um primeiro conjunto de comparações</a:t>
            </a:r>
          </a:p>
        </p:txBody>
      </p:sp>
    </p:spTree>
    <p:extLst>
      <p:ext uri="{BB962C8B-B14F-4D97-AF65-F5344CB8AC3E}">
        <p14:creationId xmlns:p14="http://schemas.microsoft.com/office/powerpoint/2010/main" val="137388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A50515-E417-4772-BCFB-4102CFBAF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02344E-2407-43CF-BAA2-871EC33D25D5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E824214E-0454-4CC7-B2AA-D08D5234E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A4DB86A3-1B7E-4889-A9DC-71FA496D8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Bolha: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  <a:p>
            <a:pPr lvl="1" eaLnBrk="1" hangingPunct="1">
              <a:spcBef>
                <a:spcPct val="20000"/>
              </a:spcBef>
              <a:spcAft>
                <a:spcPct val="4000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pt-BR" altLang="pt-BR" sz="2600" dirty="0"/>
              <a:t>O vetor está agora próximo de uma ordenação, mas ainda não é a ordenação desejada.</a:t>
            </a:r>
          </a:p>
          <a:p>
            <a:pPr lvl="1" eaLnBrk="1" hangingPunct="1">
              <a:spcBef>
                <a:spcPct val="20000"/>
              </a:spcBef>
              <a:spcAft>
                <a:spcPct val="4000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pt-BR" altLang="pt-BR" sz="2600" dirty="0"/>
              <a:t>Isso indica que devemos repetir o processo (conjunto de comparações) mais vezes até que o vetor esteja totalmente ordenado.</a:t>
            </a:r>
          </a:p>
          <a:p>
            <a:pPr lvl="1" eaLnBrk="1" hangingPunct="1">
              <a:spcBef>
                <a:spcPct val="20000"/>
              </a:spcBef>
              <a:spcAft>
                <a:spcPct val="4000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pt-BR" altLang="pt-BR" sz="2600" dirty="0"/>
              <a:t>Executando mais uma vez o processo...</a:t>
            </a:r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Espaço Reservado para Número de Slide 3">
            <a:extLst>
              <a:ext uri="{FF2B5EF4-FFF2-40B4-BE49-F238E27FC236}">
                <a16:creationId xmlns:a16="http://schemas.microsoft.com/office/drawing/2014/main" id="{934517BF-A4B0-4FE4-9F58-7A0205A1E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8E2D3D-E527-4B9C-8D18-D92A40151FA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grpSp>
        <p:nvGrpSpPr>
          <p:cNvPr id="103427" name="Group 2">
            <a:extLst>
              <a:ext uri="{FF2B5EF4-FFF2-40B4-BE49-F238E27FC236}">
                <a16:creationId xmlns:a16="http://schemas.microsoft.com/office/drawing/2014/main" id="{D0567FF6-7C9C-48BE-8FEE-3149B950D08D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719138"/>
            <a:ext cx="5399088" cy="5086350"/>
            <a:chOff x="1248" y="48"/>
            <a:chExt cx="3744" cy="4167"/>
          </a:xfrm>
        </p:grpSpPr>
        <p:sp>
          <p:nvSpPr>
            <p:cNvPr id="103433" name="AutoShape 3">
              <a:extLst>
                <a:ext uri="{FF2B5EF4-FFF2-40B4-BE49-F238E27FC236}">
                  <a16:creationId xmlns:a16="http://schemas.microsoft.com/office/drawing/2014/main" id="{F128BD5F-A8AE-44B8-BAE2-119626066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480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34" name="AutoShape 4">
              <a:extLst>
                <a:ext uri="{FF2B5EF4-FFF2-40B4-BE49-F238E27FC236}">
                  <a16:creationId xmlns:a16="http://schemas.microsoft.com/office/drawing/2014/main" id="{9341E66A-84FE-4B6D-ADA5-22853E981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480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35" name="AutoShape 5">
              <a:extLst>
                <a:ext uri="{FF2B5EF4-FFF2-40B4-BE49-F238E27FC236}">
                  <a16:creationId xmlns:a16="http://schemas.microsoft.com/office/drawing/2014/main" id="{3CB4C5C1-6CD0-48D9-94A9-7273D0126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248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36" name="AutoShape 6">
              <a:extLst>
                <a:ext uri="{FF2B5EF4-FFF2-40B4-BE49-F238E27FC236}">
                  <a16:creationId xmlns:a16="http://schemas.microsoft.com/office/drawing/2014/main" id="{05CFA79F-3306-4185-86D7-4C2F3F4B3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248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37" name="AutoShape 7">
              <a:extLst>
                <a:ext uri="{FF2B5EF4-FFF2-40B4-BE49-F238E27FC236}">
                  <a16:creationId xmlns:a16="http://schemas.microsoft.com/office/drawing/2014/main" id="{FB30F85A-E901-41DD-BE70-46BE081DE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16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38" name="AutoShape 8">
              <a:extLst>
                <a:ext uri="{FF2B5EF4-FFF2-40B4-BE49-F238E27FC236}">
                  <a16:creationId xmlns:a16="http://schemas.microsoft.com/office/drawing/2014/main" id="{0A200078-C23F-4F1F-BD78-0886096AA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016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39" name="AutoShape 9">
              <a:extLst>
                <a:ext uri="{FF2B5EF4-FFF2-40B4-BE49-F238E27FC236}">
                  <a16:creationId xmlns:a16="http://schemas.microsoft.com/office/drawing/2014/main" id="{9DF7DFC9-437C-4B6B-85A1-8C2DF13FE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78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40" name="AutoShape 10">
              <a:extLst>
                <a:ext uri="{FF2B5EF4-FFF2-40B4-BE49-F238E27FC236}">
                  <a16:creationId xmlns:a16="http://schemas.microsoft.com/office/drawing/2014/main" id="{6E6F0D92-38A2-4CC3-A898-04C77DEA5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8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41" name="AutoShape 11">
              <a:extLst>
                <a:ext uri="{FF2B5EF4-FFF2-40B4-BE49-F238E27FC236}">
                  <a16:creationId xmlns:a16="http://schemas.microsoft.com/office/drawing/2014/main" id="{580B4404-2658-4825-974C-2E3A66A73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50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03442" name="AutoShape 12">
              <a:extLst>
                <a:ext uri="{FF2B5EF4-FFF2-40B4-BE49-F238E27FC236}">
                  <a16:creationId xmlns:a16="http://schemas.microsoft.com/office/drawing/2014/main" id="{AB46F974-1662-45DC-9449-78B1A65C3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504"/>
              <a:ext cx="192" cy="240"/>
            </a:xfrm>
            <a:prstGeom prst="upArrow">
              <a:avLst>
                <a:gd name="adj1" fmla="val 50000"/>
                <a:gd name="adj2" fmla="val 3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grpSp>
          <p:nvGrpSpPr>
            <p:cNvPr id="103443" name="Group 13">
              <a:extLst>
                <a:ext uri="{FF2B5EF4-FFF2-40B4-BE49-F238E27FC236}">
                  <a16:creationId xmlns:a16="http://schemas.microsoft.com/office/drawing/2014/main" id="{914A0DEB-8EC1-496D-8DA9-06DED0578E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48"/>
              <a:ext cx="3744" cy="384"/>
              <a:chOff x="960" y="432"/>
              <a:chExt cx="3744" cy="384"/>
            </a:xfrm>
          </p:grpSpPr>
          <p:grpSp>
            <p:nvGrpSpPr>
              <p:cNvPr id="103525" name="Group 14">
                <a:extLst>
                  <a:ext uri="{FF2B5EF4-FFF2-40B4-BE49-F238E27FC236}">
                    <a16:creationId xmlns:a16="http://schemas.microsoft.com/office/drawing/2014/main" id="{AAB0044F-4A41-4554-A87A-FB48161CDC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3530" name="Rectangle 15">
                  <a:extLst>
                    <a:ext uri="{FF2B5EF4-FFF2-40B4-BE49-F238E27FC236}">
                      <a16:creationId xmlns:a16="http://schemas.microsoft.com/office/drawing/2014/main" id="{3020A3CA-4EA9-47CB-AF89-917ABB2034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31" name="Rectangle 16">
                  <a:extLst>
                    <a:ext uri="{FF2B5EF4-FFF2-40B4-BE49-F238E27FC236}">
                      <a16:creationId xmlns:a16="http://schemas.microsoft.com/office/drawing/2014/main" id="{D2FA7809-0263-40D3-B9BC-391355C7F8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32" name="Rectangle 17">
                  <a:extLst>
                    <a:ext uri="{FF2B5EF4-FFF2-40B4-BE49-F238E27FC236}">
                      <a16:creationId xmlns:a16="http://schemas.microsoft.com/office/drawing/2014/main" id="{C5AD8828-3D2B-46C4-8DAB-92274D497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3526" name="Group 18">
                <a:extLst>
                  <a:ext uri="{FF2B5EF4-FFF2-40B4-BE49-F238E27FC236}">
                    <a16:creationId xmlns:a16="http://schemas.microsoft.com/office/drawing/2014/main" id="{974568B3-7632-473D-98CD-36AEF83CC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3527" name="Rectangle 19">
                  <a:extLst>
                    <a:ext uri="{FF2B5EF4-FFF2-40B4-BE49-F238E27FC236}">
                      <a16:creationId xmlns:a16="http://schemas.microsoft.com/office/drawing/2014/main" id="{2438D226-1E4C-47A2-BE5F-560178F365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28" name="Rectangle 20">
                  <a:extLst>
                    <a:ext uri="{FF2B5EF4-FFF2-40B4-BE49-F238E27FC236}">
                      <a16:creationId xmlns:a16="http://schemas.microsoft.com/office/drawing/2014/main" id="{2E5934FE-33CD-4E8B-9934-2F5821832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29" name="Rectangle 21">
                  <a:extLst>
                    <a:ext uri="{FF2B5EF4-FFF2-40B4-BE49-F238E27FC236}">
                      <a16:creationId xmlns:a16="http://schemas.microsoft.com/office/drawing/2014/main" id="{421C7C75-0A7E-4DAF-82AD-3447E38BC9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3444" name="Text Box 22">
              <a:extLst>
                <a:ext uri="{FF2B5EF4-FFF2-40B4-BE49-F238E27FC236}">
                  <a16:creationId xmlns:a16="http://schemas.microsoft.com/office/drawing/2014/main" id="{49FFE69A-C596-4E55-8F70-8B540BFB5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6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3445" name="Text Box 23">
              <a:extLst>
                <a:ext uri="{FF2B5EF4-FFF2-40B4-BE49-F238E27FC236}">
                  <a16:creationId xmlns:a16="http://schemas.microsoft.com/office/drawing/2014/main" id="{958A7F3A-6ABD-4032-8674-8EC9E5031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96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3446" name="Text Box 24">
              <a:extLst>
                <a:ext uri="{FF2B5EF4-FFF2-40B4-BE49-F238E27FC236}">
                  <a16:creationId xmlns:a16="http://schemas.microsoft.com/office/drawing/2014/main" id="{8DD77422-E29D-4073-BB69-A54C31854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96"/>
              <a:ext cx="234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3447" name="Text Box 25">
              <a:extLst>
                <a:ext uri="{FF2B5EF4-FFF2-40B4-BE49-F238E27FC236}">
                  <a16:creationId xmlns:a16="http://schemas.microsoft.com/office/drawing/2014/main" id="{A256F8A4-5332-45FA-B11F-14D85391F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96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3448" name="Text Box 26">
              <a:extLst>
                <a:ext uri="{FF2B5EF4-FFF2-40B4-BE49-F238E27FC236}">
                  <a16:creationId xmlns:a16="http://schemas.microsoft.com/office/drawing/2014/main" id="{BD54A3C4-EA86-4941-AEB7-A7490BB5E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6"/>
              <a:ext cx="3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3449" name="Text Box 27">
              <a:extLst>
                <a:ext uri="{FF2B5EF4-FFF2-40B4-BE49-F238E27FC236}">
                  <a16:creationId xmlns:a16="http://schemas.microsoft.com/office/drawing/2014/main" id="{BACF2C94-E8B0-4ADD-98B6-03FB3136A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96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03450" name="Group 28">
              <a:extLst>
                <a:ext uri="{FF2B5EF4-FFF2-40B4-BE49-F238E27FC236}">
                  <a16:creationId xmlns:a16="http://schemas.microsoft.com/office/drawing/2014/main" id="{6FDA7CEA-5A40-47F4-ADF1-1979808CBF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816"/>
              <a:ext cx="3744" cy="384"/>
              <a:chOff x="960" y="432"/>
              <a:chExt cx="3744" cy="384"/>
            </a:xfrm>
          </p:grpSpPr>
          <p:grpSp>
            <p:nvGrpSpPr>
              <p:cNvPr id="103517" name="Group 29">
                <a:extLst>
                  <a:ext uri="{FF2B5EF4-FFF2-40B4-BE49-F238E27FC236}">
                    <a16:creationId xmlns:a16="http://schemas.microsoft.com/office/drawing/2014/main" id="{9628572D-2EED-4B01-9934-4E18E8F08D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3522" name="Rectangle 30">
                  <a:extLst>
                    <a:ext uri="{FF2B5EF4-FFF2-40B4-BE49-F238E27FC236}">
                      <a16:creationId xmlns:a16="http://schemas.microsoft.com/office/drawing/2014/main" id="{864DD1D2-CDD9-48BC-9CCE-DDC70C0E0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23" name="Rectangle 31">
                  <a:extLst>
                    <a:ext uri="{FF2B5EF4-FFF2-40B4-BE49-F238E27FC236}">
                      <a16:creationId xmlns:a16="http://schemas.microsoft.com/office/drawing/2014/main" id="{54265AB7-B0FB-487B-A2B6-B25DF88E0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24" name="Rectangle 32">
                  <a:extLst>
                    <a:ext uri="{FF2B5EF4-FFF2-40B4-BE49-F238E27FC236}">
                      <a16:creationId xmlns:a16="http://schemas.microsoft.com/office/drawing/2014/main" id="{3E7FFDB3-5CBB-4191-91AB-E01356A88A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3518" name="Group 33">
                <a:extLst>
                  <a:ext uri="{FF2B5EF4-FFF2-40B4-BE49-F238E27FC236}">
                    <a16:creationId xmlns:a16="http://schemas.microsoft.com/office/drawing/2014/main" id="{9CFA9194-ECEE-4D38-91FD-A3C652A47B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3519" name="Rectangle 34">
                  <a:extLst>
                    <a:ext uri="{FF2B5EF4-FFF2-40B4-BE49-F238E27FC236}">
                      <a16:creationId xmlns:a16="http://schemas.microsoft.com/office/drawing/2014/main" id="{966AA2A4-AD6A-4811-87FE-4FB684BA9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20" name="Rectangle 35">
                  <a:extLst>
                    <a:ext uri="{FF2B5EF4-FFF2-40B4-BE49-F238E27FC236}">
                      <a16:creationId xmlns:a16="http://schemas.microsoft.com/office/drawing/2014/main" id="{4094F9FA-7EA2-4E8D-978D-F5FC97868C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21" name="Rectangle 36">
                  <a:extLst>
                    <a:ext uri="{FF2B5EF4-FFF2-40B4-BE49-F238E27FC236}">
                      <a16:creationId xmlns:a16="http://schemas.microsoft.com/office/drawing/2014/main" id="{223C49DE-A77E-4E65-9F25-4CE832E305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3451" name="Text Box 37">
              <a:extLst>
                <a:ext uri="{FF2B5EF4-FFF2-40B4-BE49-F238E27FC236}">
                  <a16:creationId xmlns:a16="http://schemas.microsoft.com/office/drawing/2014/main" id="{9216C369-1E14-4F54-9983-69D335EBC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863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3452" name="Text Box 38">
              <a:extLst>
                <a:ext uri="{FF2B5EF4-FFF2-40B4-BE49-F238E27FC236}">
                  <a16:creationId xmlns:a16="http://schemas.microsoft.com/office/drawing/2014/main" id="{BA7FD587-F031-4308-A4D5-2362CFC44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863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3453" name="Text Box 39">
              <a:extLst>
                <a:ext uri="{FF2B5EF4-FFF2-40B4-BE49-F238E27FC236}">
                  <a16:creationId xmlns:a16="http://schemas.microsoft.com/office/drawing/2014/main" id="{C3FCB214-F6E2-455B-AC92-9954180A7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63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3454" name="Text Box 40">
              <a:extLst>
                <a:ext uri="{FF2B5EF4-FFF2-40B4-BE49-F238E27FC236}">
                  <a16:creationId xmlns:a16="http://schemas.microsoft.com/office/drawing/2014/main" id="{0EE4CD70-8C6D-41C1-ADFE-4CA66CE6C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863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3455" name="Text Box 41">
              <a:extLst>
                <a:ext uri="{FF2B5EF4-FFF2-40B4-BE49-F238E27FC236}">
                  <a16:creationId xmlns:a16="http://schemas.microsoft.com/office/drawing/2014/main" id="{994E10F2-DC0C-4D44-851B-9A05C7FFF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863"/>
              <a:ext cx="3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3456" name="Text Box 42">
              <a:extLst>
                <a:ext uri="{FF2B5EF4-FFF2-40B4-BE49-F238E27FC236}">
                  <a16:creationId xmlns:a16="http://schemas.microsoft.com/office/drawing/2014/main" id="{98990F33-1251-47A1-87E2-A35E198FA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863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03457" name="Group 43">
              <a:extLst>
                <a:ext uri="{FF2B5EF4-FFF2-40B4-BE49-F238E27FC236}">
                  <a16:creationId xmlns:a16="http://schemas.microsoft.com/office/drawing/2014/main" id="{C4B9881D-576A-4409-8AAF-261FF7F85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584"/>
              <a:ext cx="3744" cy="384"/>
              <a:chOff x="960" y="432"/>
              <a:chExt cx="3744" cy="384"/>
            </a:xfrm>
          </p:grpSpPr>
          <p:grpSp>
            <p:nvGrpSpPr>
              <p:cNvPr id="103509" name="Group 44">
                <a:extLst>
                  <a:ext uri="{FF2B5EF4-FFF2-40B4-BE49-F238E27FC236}">
                    <a16:creationId xmlns:a16="http://schemas.microsoft.com/office/drawing/2014/main" id="{0D8A43E0-BCC8-4FC9-AF4B-6569978A22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3514" name="Rectangle 45">
                  <a:extLst>
                    <a:ext uri="{FF2B5EF4-FFF2-40B4-BE49-F238E27FC236}">
                      <a16:creationId xmlns:a16="http://schemas.microsoft.com/office/drawing/2014/main" id="{5E98EBB5-85DA-4BD8-829D-D7C57DDFE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15" name="Rectangle 46">
                  <a:extLst>
                    <a:ext uri="{FF2B5EF4-FFF2-40B4-BE49-F238E27FC236}">
                      <a16:creationId xmlns:a16="http://schemas.microsoft.com/office/drawing/2014/main" id="{C4F26CF2-AA5B-4F72-874D-B59F731B4D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16" name="Rectangle 47">
                  <a:extLst>
                    <a:ext uri="{FF2B5EF4-FFF2-40B4-BE49-F238E27FC236}">
                      <a16:creationId xmlns:a16="http://schemas.microsoft.com/office/drawing/2014/main" id="{B045AC60-95B6-403E-A6C1-3E1A251C3D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3510" name="Group 48">
                <a:extLst>
                  <a:ext uri="{FF2B5EF4-FFF2-40B4-BE49-F238E27FC236}">
                    <a16:creationId xmlns:a16="http://schemas.microsoft.com/office/drawing/2014/main" id="{1E34D1E9-E284-415F-A2DF-5DE927AF3A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3511" name="Rectangle 49">
                  <a:extLst>
                    <a:ext uri="{FF2B5EF4-FFF2-40B4-BE49-F238E27FC236}">
                      <a16:creationId xmlns:a16="http://schemas.microsoft.com/office/drawing/2014/main" id="{3C258BDA-BD60-4534-B827-F4B9910F10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12" name="Rectangle 50">
                  <a:extLst>
                    <a:ext uri="{FF2B5EF4-FFF2-40B4-BE49-F238E27FC236}">
                      <a16:creationId xmlns:a16="http://schemas.microsoft.com/office/drawing/2014/main" id="{884A6E68-EE12-416E-BC0E-73972B3F4C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13" name="Rectangle 51">
                  <a:extLst>
                    <a:ext uri="{FF2B5EF4-FFF2-40B4-BE49-F238E27FC236}">
                      <a16:creationId xmlns:a16="http://schemas.microsoft.com/office/drawing/2014/main" id="{548ADC2C-FFC7-4BB0-A5C6-C10B1160F9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3458" name="Text Box 52">
              <a:extLst>
                <a:ext uri="{FF2B5EF4-FFF2-40B4-BE49-F238E27FC236}">
                  <a16:creationId xmlns:a16="http://schemas.microsoft.com/office/drawing/2014/main" id="{E3EFE726-B2BC-48A8-A31F-0EA45A922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32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3459" name="Text Box 53">
              <a:extLst>
                <a:ext uri="{FF2B5EF4-FFF2-40B4-BE49-F238E27FC236}">
                  <a16:creationId xmlns:a16="http://schemas.microsoft.com/office/drawing/2014/main" id="{AE97197B-AD92-441E-95C3-ED5FB083E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1632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3460" name="Text Box 54">
              <a:extLst>
                <a:ext uri="{FF2B5EF4-FFF2-40B4-BE49-F238E27FC236}">
                  <a16:creationId xmlns:a16="http://schemas.microsoft.com/office/drawing/2014/main" id="{2C03D963-77FC-4E96-94A1-224321DBF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3461" name="Text Box 55">
              <a:extLst>
                <a:ext uri="{FF2B5EF4-FFF2-40B4-BE49-F238E27FC236}">
                  <a16:creationId xmlns:a16="http://schemas.microsoft.com/office/drawing/2014/main" id="{F07325FA-7F42-4B1A-BF21-00B01B626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1632"/>
              <a:ext cx="234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3462" name="Text Box 56">
              <a:extLst>
                <a:ext uri="{FF2B5EF4-FFF2-40B4-BE49-F238E27FC236}">
                  <a16:creationId xmlns:a16="http://schemas.microsoft.com/office/drawing/2014/main" id="{0201C3C8-55DD-4909-8146-062840D24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632"/>
              <a:ext cx="3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3463" name="Text Box 57">
              <a:extLst>
                <a:ext uri="{FF2B5EF4-FFF2-40B4-BE49-F238E27FC236}">
                  <a16:creationId xmlns:a16="http://schemas.microsoft.com/office/drawing/2014/main" id="{51A59E7B-D959-4801-A4E2-51FFA383A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32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03464" name="Group 58">
              <a:extLst>
                <a:ext uri="{FF2B5EF4-FFF2-40B4-BE49-F238E27FC236}">
                  <a16:creationId xmlns:a16="http://schemas.microsoft.com/office/drawing/2014/main" id="{8EB40ED0-56D3-4780-8FF0-F54F32FE91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352"/>
              <a:ext cx="3744" cy="384"/>
              <a:chOff x="960" y="432"/>
              <a:chExt cx="3744" cy="384"/>
            </a:xfrm>
          </p:grpSpPr>
          <p:grpSp>
            <p:nvGrpSpPr>
              <p:cNvPr id="103501" name="Group 59">
                <a:extLst>
                  <a:ext uri="{FF2B5EF4-FFF2-40B4-BE49-F238E27FC236}">
                    <a16:creationId xmlns:a16="http://schemas.microsoft.com/office/drawing/2014/main" id="{13A0651C-D0A3-48EF-BC53-97F4B791A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3506" name="Rectangle 60">
                  <a:extLst>
                    <a:ext uri="{FF2B5EF4-FFF2-40B4-BE49-F238E27FC236}">
                      <a16:creationId xmlns:a16="http://schemas.microsoft.com/office/drawing/2014/main" id="{7DB75BBE-A3CE-43EC-B2E5-C173FBDF4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07" name="Rectangle 61">
                  <a:extLst>
                    <a:ext uri="{FF2B5EF4-FFF2-40B4-BE49-F238E27FC236}">
                      <a16:creationId xmlns:a16="http://schemas.microsoft.com/office/drawing/2014/main" id="{3694ED5F-128E-4869-B4C1-1809444547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08" name="Rectangle 62">
                  <a:extLst>
                    <a:ext uri="{FF2B5EF4-FFF2-40B4-BE49-F238E27FC236}">
                      <a16:creationId xmlns:a16="http://schemas.microsoft.com/office/drawing/2014/main" id="{72F623CF-68C5-4590-86B3-5B608E7866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3502" name="Group 63">
                <a:extLst>
                  <a:ext uri="{FF2B5EF4-FFF2-40B4-BE49-F238E27FC236}">
                    <a16:creationId xmlns:a16="http://schemas.microsoft.com/office/drawing/2014/main" id="{0F2A81D8-F064-4BCC-9BA0-E3639BBB8F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3503" name="Rectangle 64">
                  <a:extLst>
                    <a:ext uri="{FF2B5EF4-FFF2-40B4-BE49-F238E27FC236}">
                      <a16:creationId xmlns:a16="http://schemas.microsoft.com/office/drawing/2014/main" id="{62EF6607-A4DE-40FD-8AE1-26FF17C1F4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04" name="Rectangle 65">
                  <a:extLst>
                    <a:ext uri="{FF2B5EF4-FFF2-40B4-BE49-F238E27FC236}">
                      <a16:creationId xmlns:a16="http://schemas.microsoft.com/office/drawing/2014/main" id="{E2C15B57-C344-4E66-994D-3962827AA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05" name="Rectangle 66">
                  <a:extLst>
                    <a:ext uri="{FF2B5EF4-FFF2-40B4-BE49-F238E27FC236}">
                      <a16:creationId xmlns:a16="http://schemas.microsoft.com/office/drawing/2014/main" id="{D6DCD86C-9391-4F23-9488-C90D8D6FB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3465" name="Text Box 67">
              <a:extLst>
                <a:ext uri="{FF2B5EF4-FFF2-40B4-BE49-F238E27FC236}">
                  <a16:creationId xmlns:a16="http://schemas.microsoft.com/office/drawing/2014/main" id="{268A822C-2CB7-4AF4-8619-FB231F108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399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3466" name="Text Box 68">
              <a:extLst>
                <a:ext uri="{FF2B5EF4-FFF2-40B4-BE49-F238E27FC236}">
                  <a16:creationId xmlns:a16="http://schemas.microsoft.com/office/drawing/2014/main" id="{654C085B-BE0D-4E84-9E61-D219AEC2B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2399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3467" name="Text Box 69">
              <a:extLst>
                <a:ext uri="{FF2B5EF4-FFF2-40B4-BE49-F238E27FC236}">
                  <a16:creationId xmlns:a16="http://schemas.microsoft.com/office/drawing/2014/main" id="{C235272C-7EE0-4003-9E89-66AA410CE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399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3468" name="Text Box 70">
              <a:extLst>
                <a:ext uri="{FF2B5EF4-FFF2-40B4-BE49-F238E27FC236}">
                  <a16:creationId xmlns:a16="http://schemas.microsoft.com/office/drawing/2014/main" id="{5C711E44-7899-429C-A176-5D793B20B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2399"/>
              <a:ext cx="234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3469" name="Text Box 71">
              <a:extLst>
                <a:ext uri="{FF2B5EF4-FFF2-40B4-BE49-F238E27FC236}">
                  <a16:creationId xmlns:a16="http://schemas.microsoft.com/office/drawing/2014/main" id="{4240B2E9-36B1-4830-8C73-E7529D99D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399"/>
              <a:ext cx="3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3470" name="Text Box 72">
              <a:extLst>
                <a:ext uri="{FF2B5EF4-FFF2-40B4-BE49-F238E27FC236}">
                  <a16:creationId xmlns:a16="http://schemas.microsoft.com/office/drawing/2014/main" id="{0BDE9F5D-132A-4315-9442-572ED5A49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399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03471" name="Group 73">
              <a:extLst>
                <a:ext uri="{FF2B5EF4-FFF2-40B4-BE49-F238E27FC236}">
                  <a16:creationId xmlns:a16="http://schemas.microsoft.com/office/drawing/2014/main" id="{0B5ECD9B-0097-4277-B8C5-B3158AE4C8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072"/>
              <a:ext cx="3744" cy="384"/>
              <a:chOff x="960" y="432"/>
              <a:chExt cx="3744" cy="384"/>
            </a:xfrm>
          </p:grpSpPr>
          <p:grpSp>
            <p:nvGrpSpPr>
              <p:cNvPr id="103493" name="Group 74">
                <a:extLst>
                  <a:ext uri="{FF2B5EF4-FFF2-40B4-BE49-F238E27FC236}">
                    <a16:creationId xmlns:a16="http://schemas.microsoft.com/office/drawing/2014/main" id="{B8C183F6-3F41-47AA-A4A8-84BD39298C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3498" name="Rectangle 75">
                  <a:extLst>
                    <a:ext uri="{FF2B5EF4-FFF2-40B4-BE49-F238E27FC236}">
                      <a16:creationId xmlns:a16="http://schemas.microsoft.com/office/drawing/2014/main" id="{8DC47373-A586-41DA-9E55-BE2F13640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499" name="Rectangle 76">
                  <a:extLst>
                    <a:ext uri="{FF2B5EF4-FFF2-40B4-BE49-F238E27FC236}">
                      <a16:creationId xmlns:a16="http://schemas.microsoft.com/office/drawing/2014/main" id="{E5DF7245-8025-4A9F-8C96-38BF231D51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500" name="Rectangle 77">
                  <a:extLst>
                    <a:ext uri="{FF2B5EF4-FFF2-40B4-BE49-F238E27FC236}">
                      <a16:creationId xmlns:a16="http://schemas.microsoft.com/office/drawing/2014/main" id="{753EFBFA-97AA-4BC7-9285-AF8830EA62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3494" name="Group 78">
                <a:extLst>
                  <a:ext uri="{FF2B5EF4-FFF2-40B4-BE49-F238E27FC236}">
                    <a16:creationId xmlns:a16="http://schemas.microsoft.com/office/drawing/2014/main" id="{6C0D044E-5B12-409C-B566-A47F544694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3495" name="Rectangle 79">
                  <a:extLst>
                    <a:ext uri="{FF2B5EF4-FFF2-40B4-BE49-F238E27FC236}">
                      <a16:creationId xmlns:a16="http://schemas.microsoft.com/office/drawing/2014/main" id="{800D3D38-28F6-46E6-9040-7B3945A93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496" name="Rectangle 80">
                  <a:extLst>
                    <a:ext uri="{FF2B5EF4-FFF2-40B4-BE49-F238E27FC236}">
                      <a16:creationId xmlns:a16="http://schemas.microsoft.com/office/drawing/2014/main" id="{6C54AF62-87EE-4BEA-8982-B61F7B44E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497" name="Rectangle 81">
                  <a:extLst>
                    <a:ext uri="{FF2B5EF4-FFF2-40B4-BE49-F238E27FC236}">
                      <a16:creationId xmlns:a16="http://schemas.microsoft.com/office/drawing/2014/main" id="{F29CB120-5721-47BD-9927-24218A8081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3472" name="Text Box 82">
              <a:extLst>
                <a:ext uri="{FF2B5EF4-FFF2-40B4-BE49-F238E27FC236}">
                  <a16:creationId xmlns:a16="http://schemas.microsoft.com/office/drawing/2014/main" id="{21AE06EE-7E48-4CFF-8753-3862C0A81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120"/>
              <a:ext cx="339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3473" name="Text Box 83">
              <a:extLst>
                <a:ext uri="{FF2B5EF4-FFF2-40B4-BE49-F238E27FC236}">
                  <a16:creationId xmlns:a16="http://schemas.microsoft.com/office/drawing/2014/main" id="{10492BCD-CB42-4300-83DE-D558791BB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3120"/>
              <a:ext cx="233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3474" name="Text Box 84">
              <a:extLst>
                <a:ext uri="{FF2B5EF4-FFF2-40B4-BE49-F238E27FC236}">
                  <a16:creationId xmlns:a16="http://schemas.microsoft.com/office/drawing/2014/main" id="{CD9B3933-E8DE-466A-89AB-F328B1493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20"/>
              <a:ext cx="233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3475" name="Text Box 85">
              <a:extLst>
                <a:ext uri="{FF2B5EF4-FFF2-40B4-BE49-F238E27FC236}">
                  <a16:creationId xmlns:a16="http://schemas.microsoft.com/office/drawing/2014/main" id="{97091292-1806-453B-B064-2413E8029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3120"/>
              <a:ext cx="234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3476" name="Text Box 86">
              <a:extLst>
                <a:ext uri="{FF2B5EF4-FFF2-40B4-BE49-F238E27FC236}">
                  <a16:creationId xmlns:a16="http://schemas.microsoft.com/office/drawing/2014/main" id="{CD87BADA-F120-43CD-BD37-1322E9511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120"/>
              <a:ext cx="340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3477" name="Text Box 87">
              <a:extLst>
                <a:ext uri="{FF2B5EF4-FFF2-40B4-BE49-F238E27FC236}">
                  <a16:creationId xmlns:a16="http://schemas.microsoft.com/office/drawing/2014/main" id="{E3C8DF8D-FF06-4808-AABD-EE9122522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120"/>
              <a:ext cx="339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03478" name="Group 88">
              <a:extLst>
                <a:ext uri="{FF2B5EF4-FFF2-40B4-BE49-F238E27FC236}">
                  <a16:creationId xmlns:a16="http://schemas.microsoft.com/office/drawing/2014/main" id="{FFF01D63-60B7-4346-A51F-28E08A27F6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792"/>
              <a:ext cx="3744" cy="384"/>
              <a:chOff x="960" y="432"/>
              <a:chExt cx="3744" cy="384"/>
            </a:xfrm>
          </p:grpSpPr>
          <p:grpSp>
            <p:nvGrpSpPr>
              <p:cNvPr id="103485" name="Group 89">
                <a:extLst>
                  <a:ext uri="{FF2B5EF4-FFF2-40B4-BE49-F238E27FC236}">
                    <a16:creationId xmlns:a16="http://schemas.microsoft.com/office/drawing/2014/main" id="{783B6716-0B94-4CAC-8778-188A80AD44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432"/>
                <a:ext cx="1872" cy="384"/>
                <a:chOff x="1152" y="3120"/>
                <a:chExt cx="1872" cy="384"/>
              </a:xfrm>
            </p:grpSpPr>
            <p:sp>
              <p:nvSpPr>
                <p:cNvPr id="103490" name="Rectangle 90">
                  <a:extLst>
                    <a:ext uri="{FF2B5EF4-FFF2-40B4-BE49-F238E27FC236}">
                      <a16:creationId xmlns:a16="http://schemas.microsoft.com/office/drawing/2014/main" id="{CAAF9ADF-A50E-47AD-91D4-165964929E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491" name="Rectangle 91">
                  <a:extLst>
                    <a:ext uri="{FF2B5EF4-FFF2-40B4-BE49-F238E27FC236}">
                      <a16:creationId xmlns:a16="http://schemas.microsoft.com/office/drawing/2014/main" id="{74EF5E6C-A784-45FC-9253-EC0A7F283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492" name="Rectangle 92">
                  <a:extLst>
                    <a:ext uri="{FF2B5EF4-FFF2-40B4-BE49-F238E27FC236}">
                      <a16:creationId xmlns:a16="http://schemas.microsoft.com/office/drawing/2014/main" id="{946ABCDD-CDD5-4D39-84E7-02481E380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  <p:grpSp>
            <p:nvGrpSpPr>
              <p:cNvPr id="103486" name="Group 93">
                <a:extLst>
                  <a:ext uri="{FF2B5EF4-FFF2-40B4-BE49-F238E27FC236}">
                    <a16:creationId xmlns:a16="http://schemas.microsoft.com/office/drawing/2014/main" id="{779217DB-1EB4-4DAE-93CA-7EF53C2704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432"/>
                <a:ext cx="1872" cy="384"/>
                <a:chOff x="1152" y="3120"/>
                <a:chExt cx="1872" cy="384"/>
              </a:xfrm>
            </p:grpSpPr>
            <p:sp>
              <p:nvSpPr>
                <p:cNvPr id="103487" name="Rectangle 94">
                  <a:extLst>
                    <a:ext uri="{FF2B5EF4-FFF2-40B4-BE49-F238E27FC236}">
                      <a16:creationId xmlns:a16="http://schemas.microsoft.com/office/drawing/2014/main" id="{CB12C679-2B5B-4187-B657-D9542F1458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488" name="Rectangle 95">
                  <a:extLst>
                    <a:ext uri="{FF2B5EF4-FFF2-40B4-BE49-F238E27FC236}">
                      <a16:creationId xmlns:a16="http://schemas.microsoft.com/office/drawing/2014/main" id="{28741B7D-2A33-4862-AEAE-3E3D9E690F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  <p:sp>
              <p:nvSpPr>
                <p:cNvPr id="103489" name="Rectangle 96">
                  <a:extLst>
                    <a:ext uri="{FF2B5EF4-FFF2-40B4-BE49-F238E27FC236}">
                      <a16:creationId xmlns:a16="http://schemas.microsoft.com/office/drawing/2014/main" id="{18249107-F07D-44CD-A200-F87AE3415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</a:pPr>
                  <a:endParaRPr lang="pt-BR" altLang="pt-BR"/>
                </a:p>
              </p:txBody>
            </p:sp>
          </p:grpSp>
        </p:grpSp>
        <p:sp>
          <p:nvSpPr>
            <p:cNvPr id="103479" name="Text Box 97">
              <a:extLst>
                <a:ext uri="{FF2B5EF4-FFF2-40B4-BE49-F238E27FC236}">
                  <a16:creationId xmlns:a16="http://schemas.microsoft.com/office/drawing/2014/main" id="{69BA1519-8C58-48B9-9917-92505AE70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840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3480" name="Text Box 98">
              <a:extLst>
                <a:ext uri="{FF2B5EF4-FFF2-40B4-BE49-F238E27FC236}">
                  <a16:creationId xmlns:a16="http://schemas.microsoft.com/office/drawing/2014/main" id="{D712412F-EB95-4791-9894-BC2FBFD24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3840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3481" name="Text Box 99">
              <a:extLst>
                <a:ext uri="{FF2B5EF4-FFF2-40B4-BE49-F238E27FC236}">
                  <a16:creationId xmlns:a16="http://schemas.microsoft.com/office/drawing/2014/main" id="{7E45D674-B739-469A-B750-A0040AD94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840"/>
              <a:ext cx="233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3482" name="Text Box 100">
              <a:extLst>
                <a:ext uri="{FF2B5EF4-FFF2-40B4-BE49-F238E27FC236}">
                  <a16:creationId xmlns:a16="http://schemas.microsoft.com/office/drawing/2014/main" id="{07CCEB44-9D2E-41C5-8474-898158454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3840"/>
              <a:ext cx="234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3483" name="Text Box 101">
              <a:extLst>
                <a:ext uri="{FF2B5EF4-FFF2-40B4-BE49-F238E27FC236}">
                  <a16:creationId xmlns:a16="http://schemas.microsoft.com/office/drawing/2014/main" id="{FFAEE722-4AB0-44AA-8B68-3E6C71ED4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840"/>
              <a:ext cx="3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03484" name="Text Box 102">
              <a:extLst>
                <a:ext uri="{FF2B5EF4-FFF2-40B4-BE49-F238E27FC236}">
                  <a16:creationId xmlns:a16="http://schemas.microsoft.com/office/drawing/2014/main" id="{33B7AC14-4D12-41EF-A2D3-98B821024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840"/>
              <a:ext cx="33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2400">
                  <a:latin typeface="Times New Roman" panose="02020603050405020304" pitchFamily="18" charset="0"/>
                </a:rPr>
                <a:t>10</a:t>
              </a:r>
            </a:p>
          </p:txBody>
        </p:sp>
      </p:grpSp>
      <p:sp>
        <p:nvSpPr>
          <p:cNvPr id="103428" name="Text Box 103">
            <a:extLst>
              <a:ext uri="{FF2B5EF4-FFF2-40B4-BE49-F238E27FC236}">
                <a16:creationId xmlns:a16="http://schemas.microsoft.com/office/drawing/2014/main" id="{122CCE21-53AF-40C9-9654-C7245E04D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62063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1ª comparação &gt;</a:t>
            </a:r>
          </a:p>
        </p:txBody>
      </p:sp>
      <p:sp>
        <p:nvSpPr>
          <p:cNvPr id="103429" name="Text Box 104">
            <a:extLst>
              <a:ext uri="{FF2B5EF4-FFF2-40B4-BE49-F238E27FC236}">
                <a16:creationId xmlns:a16="http://schemas.microsoft.com/office/drawing/2014/main" id="{81AD7277-E997-4927-BF6A-4B6B5840E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05038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2ª comparação &gt;</a:t>
            </a:r>
          </a:p>
        </p:txBody>
      </p:sp>
      <p:sp>
        <p:nvSpPr>
          <p:cNvPr id="103430" name="Text Box 105">
            <a:extLst>
              <a:ext uri="{FF2B5EF4-FFF2-40B4-BE49-F238E27FC236}">
                <a16:creationId xmlns:a16="http://schemas.microsoft.com/office/drawing/2014/main" id="{7D48763C-6281-4467-A58A-87CCC5E58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141663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3ª comparação &gt;</a:t>
            </a:r>
          </a:p>
        </p:txBody>
      </p:sp>
      <p:sp>
        <p:nvSpPr>
          <p:cNvPr id="103431" name="Text Box 106">
            <a:extLst>
              <a:ext uri="{FF2B5EF4-FFF2-40B4-BE49-F238E27FC236}">
                <a16:creationId xmlns:a16="http://schemas.microsoft.com/office/drawing/2014/main" id="{0AC9A3BC-5EBF-4898-ABEC-9F8F0E614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76700"/>
            <a:ext cx="2447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4ª comparação &gt;</a:t>
            </a:r>
          </a:p>
        </p:txBody>
      </p:sp>
      <p:sp>
        <p:nvSpPr>
          <p:cNvPr id="103432" name="Text Box 107">
            <a:extLst>
              <a:ext uri="{FF2B5EF4-FFF2-40B4-BE49-F238E27FC236}">
                <a16:creationId xmlns:a16="http://schemas.microsoft.com/office/drawing/2014/main" id="{D0922C41-576D-4CDF-B30F-1921A6553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941888"/>
            <a:ext cx="2447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/>
              <a:t>5ª comparação &gt;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F02F1FE0-62D7-4FB6-A005-2D6A825C1B06}"/>
              </a:ext>
            </a:extLst>
          </p:cNvPr>
          <p:cNvSpPr txBox="1"/>
          <p:nvPr/>
        </p:nvSpPr>
        <p:spPr>
          <a:xfrm>
            <a:off x="419286" y="260648"/>
            <a:ext cx="6024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i="1" dirty="0"/>
              <a:t>Fazendo a </a:t>
            </a:r>
            <a:r>
              <a:rPr lang="pt-BR" b="1" i="1" dirty="0"/>
              <a:t>segunda</a:t>
            </a:r>
            <a:r>
              <a:rPr lang="pt-BR" i="1" dirty="0"/>
              <a:t> passada de comparações: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099DE3-EC81-4C65-BBC9-F92A28FC2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5B7C55-556F-4266-BF6F-D23FBAAC9320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2F848D1A-29CA-4DCC-9F94-9590834A0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B8FBEA0D-15A6-41C2-91E1-D99094613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Bolha: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pt-BR" altLang="pt-BR" sz="2600" dirty="0"/>
              <a:t>O número máximo de execuções deste processo para que o vetor fique totalmente ordenado é N-1 vezes, onde N é o número de posições do vetor.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pt-BR" altLang="pt-BR" sz="2600" dirty="0"/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35C3F6C-52E6-43F6-9F27-2AF0C88C3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F1B66-76E7-4014-B736-FA95FAA12B9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219B4EF-A3C8-4E40-B994-5403B70CF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2205038"/>
            <a:ext cx="7931151" cy="3744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[6];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&lt;5;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x=0; x&lt;5; x++)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&gt;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[x+1])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      </a:t>
            </a: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C6107E3-218E-496A-9EC4-126577684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6501" name="Rectangle 4">
            <a:extLst>
              <a:ext uri="{FF2B5EF4-FFF2-40B4-BE49-F238E27FC236}">
                <a16:creationId xmlns:a16="http://schemas.microsoft.com/office/drawing/2014/main" id="{10E762BD-B957-4048-AEEA-CB27A324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Bolha:</a:t>
            </a:r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A869CBF-CC11-48A0-8CF7-D566E7BFC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3642758"/>
            <a:ext cx="5832647" cy="2294647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AEEF25E9-B31B-445B-97D5-4AB58B745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4" y="1268414"/>
            <a:ext cx="2376488" cy="1586944"/>
          </a:xfrm>
          <a:prstGeom prst="wedgeRectCallout">
            <a:avLst>
              <a:gd name="adj1" fmla="val -65849"/>
              <a:gd name="adj2" fmla="val 1070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Conjuntos de comparações se repetindo várias vezes</a:t>
            </a:r>
          </a:p>
        </p:txBody>
      </p:sp>
    </p:spTree>
    <p:extLst>
      <p:ext uri="{BB962C8B-B14F-4D97-AF65-F5344CB8AC3E}">
        <p14:creationId xmlns:p14="http://schemas.microsoft.com/office/powerpoint/2010/main" val="217851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35C3F6C-52E6-43F6-9F27-2AF0C88C3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F1B66-76E7-4014-B736-FA95FAA12B9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219B4EF-A3C8-4E40-B994-5403B70CF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2205038"/>
            <a:ext cx="8488363" cy="3744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latin typeface="Courier New" panose="02070309020205020404" pitchFamily="49" charset="0"/>
              </a:rPr>
              <a:t>tipoVetor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tipoVetor</a:t>
            </a:r>
            <a:r>
              <a:rPr lang="pt-BR" altLang="pt-BR" sz="2400" dirty="0">
                <a:latin typeface="Courier New" panose="02070309020205020404" pitchFamily="49" charset="0"/>
              </a:rPr>
              <a:t>[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tamanhoVetor</a:t>
            </a:r>
            <a:r>
              <a:rPr lang="pt-BR" altLang="pt-BR" sz="2400" dirty="0">
                <a:latin typeface="Courier New" panose="02070309020205020404" pitchFamily="49" charset="0"/>
              </a:rPr>
              <a:t>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latin typeface="Courier New" panose="02070309020205020404" pitchFamily="49" charset="0"/>
              </a:rPr>
              <a:t>tipoVetor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>
                <a:latin typeface="Courier New" panose="02070309020205020404" pitchFamily="49" charset="0"/>
              </a:rPr>
              <a:t>vet.length-1</a:t>
            </a:r>
            <a:r>
              <a:rPr lang="pt-BR" altLang="pt-BR" sz="2400" dirty="0">
                <a:latin typeface="Courier New" panose="02070309020205020404" pitchFamily="49" charset="0"/>
              </a:rPr>
              <a:t>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x=0; x&lt;</a:t>
            </a:r>
            <a:r>
              <a:rPr lang="pt-BR" altLang="pt-BR" sz="2400" b="1" dirty="0">
                <a:latin typeface="Courier New" panose="02070309020205020404" pitchFamily="49" charset="0"/>
              </a:rPr>
              <a:t>vet.length-1</a:t>
            </a:r>
            <a:r>
              <a:rPr lang="pt-BR" altLang="pt-BR" sz="2400" dirty="0">
                <a:latin typeface="Courier New" panose="02070309020205020404" pitchFamily="49" charset="0"/>
              </a:rPr>
              <a:t>; x++)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&gt;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[x+1])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      </a:t>
            </a: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C6107E3-218E-496A-9EC4-126577684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6501" name="Rectangle 4">
            <a:extLst>
              <a:ext uri="{FF2B5EF4-FFF2-40B4-BE49-F238E27FC236}">
                <a16:creationId xmlns:a16="http://schemas.microsoft.com/office/drawing/2014/main" id="{10E762BD-B957-4048-AEEA-CB27A324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 (versão final - crescente):</a:t>
            </a:r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1922A0B9-C20B-41A0-905E-FD1F5E50BB1B}"/>
              </a:ext>
            </a:extLst>
          </p:cNvPr>
          <p:cNvSpPr>
            <a:spLocks noChangeArrowheads="1"/>
          </p:cNvSpPr>
          <p:nvPr/>
        </p:nvSpPr>
        <p:spPr bwMode="auto">
          <a:xfrm rot="7906119">
            <a:off x="4045197" y="4249206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69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2" name="AutoShape 5">
            <a:extLst>
              <a:ext uri="{FF2B5EF4-FFF2-40B4-BE49-F238E27FC236}">
                <a16:creationId xmlns:a16="http://schemas.microsoft.com/office/drawing/2014/main" id="{4E6A1921-E442-416B-9244-02B9CAAEAB30}"/>
              </a:ext>
            </a:extLst>
          </p:cNvPr>
          <p:cNvSpPr>
            <a:spLocks noChangeArrowheads="1"/>
          </p:cNvSpPr>
          <p:nvPr/>
        </p:nvSpPr>
        <p:spPr bwMode="auto">
          <a:xfrm rot="7906119">
            <a:off x="4045197" y="4249206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35C3F6C-52E6-43F6-9F27-2AF0C88C3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F1B66-76E7-4014-B736-FA95FAA12B9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98</a:t>
            </a:fld>
            <a:endParaRPr lang="pt-BR" altLang="en-US" sz="1200" dirty="0">
              <a:latin typeface="Garamond" panose="02020404030301010803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219B4EF-A3C8-4E40-B994-5403B70CF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2205038"/>
            <a:ext cx="8488363" cy="3744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 err="1">
                <a:latin typeface="Courier New" panose="02070309020205020404" pitchFamily="49" charset="0"/>
              </a:rPr>
              <a:t>tipoVetor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tipoVetor</a:t>
            </a:r>
            <a:r>
              <a:rPr lang="pt-BR" altLang="pt-BR" sz="2400" dirty="0">
                <a:latin typeface="Courier New" panose="02070309020205020404" pitchFamily="49" charset="0"/>
              </a:rPr>
              <a:t>[</a:t>
            </a:r>
            <a:r>
              <a:rPr lang="pt-BR" altLang="pt-BR" sz="2400" dirty="0" err="1">
                <a:latin typeface="Courier New" panose="02070309020205020404" pitchFamily="49" charset="0"/>
              </a:rPr>
              <a:t>tamanhoVetor</a:t>
            </a:r>
            <a:r>
              <a:rPr lang="pt-BR" altLang="pt-BR" sz="2400" dirty="0">
                <a:latin typeface="Courier New" panose="02070309020205020404" pitchFamily="49" charset="0"/>
              </a:rPr>
              <a:t>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 err="1">
                <a:latin typeface="Courier New" panose="02070309020205020404" pitchFamily="49" charset="0"/>
              </a:rPr>
              <a:t>tipoVetor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&lt;vet.length-1;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x=0; x&lt;vet.length-1; x++)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&lt;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[x+1])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      </a:t>
            </a: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C6107E3-218E-496A-9EC4-126577684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6501" name="Rectangle 4">
            <a:extLst>
              <a:ext uri="{FF2B5EF4-FFF2-40B4-BE49-F238E27FC236}">
                <a16:creationId xmlns:a16="http://schemas.microsoft.com/office/drawing/2014/main" id="{10E762BD-B957-4048-AEEA-CB27A324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 (versão final - </a:t>
            </a:r>
            <a:r>
              <a:rPr lang="pt-BR" altLang="pt-BR" sz="3000" b="1" dirty="0">
                <a:solidFill>
                  <a:schemeClr val="accent1"/>
                </a:solidFill>
              </a:rPr>
              <a:t>decrescente</a:t>
            </a:r>
            <a:r>
              <a:rPr lang="pt-BR" altLang="pt-BR" sz="3000" dirty="0"/>
              <a:t>):</a:t>
            </a:r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</p:spTree>
    <p:extLst>
      <p:ext uri="{BB962C8B-B14F-4D97-AF65-F5344CB8AC3E}">
        <p14:creationId xmlns:p14="http://schemas.microsoft.com/office/powerpoint/2010/main" val="113383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64312-B247-4952-AB01-5D376098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BF759-4C9D-44D6-9D15-9D7C74DC2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Faça um programa que leia 50 números naturais aleatórios, e depois os imprima em ordem crescente.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D4094E-AD45-4D57-B5E5-7523CABEF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99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370289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671D20F-18DD-4B12-9117-540834D0E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D52BE3-DA9E-453B-A7DE-231BC2D4388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F3CFA01-E124-4F25-A068-8BAA5C531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5</a:t>
            </a:r>
          </a:p>
        </p:txBody>
      </p:sp>
      <p:sp>
        <p:nvSpPr>
          <p:cNvPr id="107524" name="Text Box 3">
            <a:extLst>
              <a:ext uri="{FF2B5EF4-FFF2-40B4-BE49-F238E27FC236}">
                <a16:creationId xmlns:a16="http://schemas.microsoft.com/office/drawing/2014/main" id="{F964B4B8-4644-468C-B0FB-6D7A53E20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899188"/>
            <a:ext cx="7164288" cy="605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OrdenacaoVetoresA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6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eaLnBrk="1" hangingPunct="1"/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NUMERO[] 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[50];</a:t>
            </a:r>
          </a:p>
          <a:p>
            <a:pPr eaLnBrk="1" hangingPunct="1"/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NUMERO.lenght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um número:  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NUMERO[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&lt;NUMERO.lenght-1;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x=0; x&lt;NUMERO.lenght-1; x++)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NUMERO[x] &gt; NUMERO[x+1]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NUMERO[x];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NUMERO[x] = NUMERO[x+1];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NUMERO[x+1]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NUMERO.lenght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 - 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+NUMERO[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</a:rPr>
              <a:t>   </a:t>
            </a:r>
            <a:r>
              <a:rPr lang="pt-BR" altLang="pt-BR" sz="16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96FB316-8089-4864-A0E8-25613B067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63" y="2390884"/>
            <a:ext cx="6346527" cy="97010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33EF2262-2A3B-417C-BF06-735BD9C9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0" y="1756880"/>
            <a:ext cx="2376488" cy="504825"/>
          </a:xfrm>
          <a:prstGeom prst="wedgeRectCallout">
            <a:avLst>
              <a:gd name="adj1" fmla="val 56095"/>
              <a:gd name="adj2" fmla="val 1540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Leitura do vetor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85F8E32E-402A-48B2-8F6A-778488C63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63" y="3378556"/>
            <a:ext cx="6340177" cy="1911363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18D76AD4-5A2C-4A26-A8B1-6210A4812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0" y="2899880"/>
            <a:ext cx="2376488" cy="785812"/>
          </a:xfrm>
          <a:prstGeom prst="wedgeRectCallout">
            <a:avLst>
              <a:gd name="adj1" fmla="val 55993"/>
              <a:gd name="adj2" fmla="val 1121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Ordenação do vetor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53A7B7DF-51A6-4D94-B7A1-14C44299A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62" y="5307484"/>
            <a:ext cx="6340177" cy="54824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FBEAC064-6B87-4DF3-98CB-E0930FE9A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0" y="4257192"/>
            <a:ext cx="2376488" cy="857250"/>
          </a:xfrm>
          <a:prstGeom prst="wedgeRectCallout">
            <a:avLst>
              <a:gd name="adj1" fmla="val 55248"/>
              <a:gd name="adj2" fmla="val 1044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>
                <a:latin typeface="Times New Roman" panose="02020603050405020304" pitchFamily="18" charset="0"/>
              </a:rPr>
              <a:t>Impressão do vetor já ordenado</a:t>
            </a:r>
          </a:p>
        </p:txBody>
      </p:sp>
    </p:spTree>
    <p:extLst>
      <p:ext uri="{BB962C8B-B14F-4D97-AF65-F5344CB8AC3E}">
        <p14:creationId xmlns:p14="http://schemas.microsoft.com/office/powerpoint/2010/main" val="35208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64312-B247-4952-AB01-5D376098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BF759-4C9D-44D6-9D15-9D7C74DC2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Faça um programa que leia 50 nomes de pessoas, e depois os imprima em ordem alfabética.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D4094E-AD45-4D57-B5E5-7523CABEF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101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360747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671D20F-18DD-4B12-9117-540834D0E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D52BE3-DA9E-453B-A7DE-231BC2D4388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F3CFA01-E124-4F25-A068-8BAA5C531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6</a:t>
            </a:r>
          </a:p>
        </p:txBody>
      </p:sp>
      <p:sp>
        <p:nvSpPr>
          <p:cNvPr id="107524" name="Text Box 3">
            <a:extLst>
              <a:ext uri="{FF2B5EF4-FFF2-40B4-BE49-F238E27FC236}">
                <a16:creationId xmlns:a16="http://schemas.microsoft.com/office/drawing/2014/main" id="{F964B4B8-4644-468C-B0FB-6D7A53E20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899188"/>
            <a:ext cx="7164288" cy="583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OrdenacaoVetoresB</a:t>
            </a:r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6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6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eaLnBrk="1" hangingPunct="1"/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NOME[] =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[50];</a:t>
            </a:r>
          </a:p>
          <a:p>
            <a:pPr eaLnBrk="1" hangingPunct="1"/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NOME.lenght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um nome:  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NOME[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&lt;NOME.lenght-1;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x=0; x&lt;NOME.lenght-1; x++)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NOME[x].</a:t>
            </a:r>
            <a:r>
              <a:rPr lang="pt-BR" altLang="pt-BR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compareToIgnoreCase</a:t>
            </a:r>
            <a:r>
              <a:rPr lang="pt-BR" altLang="pt-BR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(NOME[x+1])&gt;0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NOME[x];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NOME[x] = NOME[x+1];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NOME[x+1] =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6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600" dirty="0">
                <a:latin typeface="Courier New" panose="02070309020205020404" pitchFamily="49" charset="0"/>
              </a:rPr>
              <a:t>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NOME.lenght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 - "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+NOME[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6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</a:rPr>
              <a:t>   </a:t>
            </a:r>
            <a:r>
              <a:rPr lang="pt-BR" altLang="pt-BR" sz="16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96FB316-8089-4864-A0E8-25613B067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63" y="2390884"/>
            <a:ext cx="6346527" cy="97010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33EF2262-2A3B-417C-BF06-735BD9C9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0" y="1756880"/>
            <a:ext cx="2376488" cy="504825"/>
          </a:xfrm>
          <a:prstGeom prst="wedgeRectCallout">
            <a:avLst>
              <a:gd name="adj1" fmla="val 56095"/>
              <a:gd name="adj2" fmla="val 1540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Leitura do vetor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85F8E32E-402A-48B2-8F6A-778488C63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63" y="3378556"/>
            <a:ext cx="6340177" cy="1911363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18D76AD4-5A2C-4A26-A8B1-6210A4812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0" y="2899880"/>
            <a:ext cx="2376488" cy="785812"/>
          </a:xfrm>
          <a:prstGeom prst="wedgeRectCallout">
            <a:avLst>
              <a:gd name="adj1" fmla="val 55993"/>
              <a:gd name="adj2" fmla="val 1121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Ordenação do vetor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53A7B7DF-51A6-4D94-B7A1-14C44299A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62" y="5307484"/>
            <a:ext cx="6340177" cy="548248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FBEAC064-6B87-4DF3-98CB-E0930FE9A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0" y="4257192"/>
            <a:ext cx="2376488" cy="857250"/>
          </a:xfrm>
          <a:prstGeom prst="wedgeRectCallout">
            <a:avLst>
              <a:gd name="adj1" fmla="val 55248"/>
              <a:gd name="adj2" fmla="val 1044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>
                <a:latin typeface="Times New Roman" panose="02020603050405020304" pitchFamily="18" charset="0"/>
              </a:rPr>
              <a:t>Impressão do vetor já ordenado</a:t>
            </a: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05130E22-9317-4DCE-B63E-C5C963590FD6}"/>
              </a:ext>
            </a:extLst>
          </p:cNvPr>
          <p:cNvSpPr>
            <a:spLocks noChangeArrowheads="1"/>
          </p:cNvSpPr>
          <p:nvPr/>
        </p:nvSpPr>
        <p:spPr bwMode="auto">
          <a:xfrm rot="7906119">
            <a:off x="6421461" y="4049127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915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9117C3-7CA4-4EEB-8DCA-3C761DFAE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EE22CF-39A3-4F75-97F5-4177C4AC4D5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C0299D90-6257-4387-948F-F342576B1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1ECB755B-4F0A-41BF-918B-C7642D19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280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2350" indent="-350838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9850" indent="-315913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Bolha: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  <a:p>
            <a:pPr lvl="1" eaLnBrk="1" hangingPunct="1"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pt-BR" altLang="pt-BR" sz="2600" dirty="0"/>
              <a:t>É sempre necessário repetir o processo (conjunto de comparações) N-1 vezes?</a:t>
            </a:r>
          </a:p>
          <a:p>
            <a:pPr lvl="2" eaLnBrk="1" hangingPunct="1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2200" dirty="0"/>
              <a:t>No exemplo apresentado em apenas duas execuções do programa o vetor já estava ordenado!</a:t>
            </a:r>
          </a:p>
          <a:p>
            <a:pPr lvl="1" eaLnBrk="1" hangingPunct="1"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pt-BR" altLang="pt-BR" sz="2600" dirty="0"/>
              <a:t>Como refinar o programa anterior?</a:t>
            </a:r>
          </a:p>
          <a:p>
            <a:pPr lvl="2" eaLnBrk="1" hangingPunct="1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2200" dirty="0"/>
              <a:t>A cada processo (conjunto de comparações) no vetor, os maiores (ou menores) valores vão para o fim do vetor!</a:t>
            </a:r>
            <a:endParaRPr lang="pt-BR" altLang="pt-BR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35C3F6C-52E6-43F6-9F27-2AF0C88C3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F1B66-76E7-4014-B736-FA95FAA12B9D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219B4EF-A3C8-4E40-B994-5403B70CF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1862163"/>
            <a:ext cx="7931151" cy="4375149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[6];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latin typeface="Courier New" panose="02070309020205020404" pitchFamily="49" charset="0"/>
              </a:rPr>
              <a:t>, </a:t>
            </a:r>
            <a:r>
              <a:rPr lang="pt-BR" altLang="pt-BR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cont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=5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  <a:endParaRPr lang="pt-BR" altLang="pt-BR" sz="2400" b="1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=0;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&lt;5; </a:t>
            </a:r>
            <a:r>
              <a:rPr lang="pt-BR" altLang="pt-BR" sz="2400" dirty="0" err="1">
                <a:latin typeface="Courier New" panose="02070309020205020404" pitchFamily="49" charset="0"/>
              </a:rPr>
              <a:t>aux</a:t>
            </a:r>
            <a:r>
              <a:rPr lang="pt-BR" altLang="pt-BR" sz="2400" dirty="0">
                <a:latin typeface="Courier New" panose="02070309020205020404" pitchFamily="49" charset="0"/>
              </a:rPr>
              <a:t>++)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{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 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pt-BR" altLang="pt-BR" sz="2400" dirty="0">
                <a:latin typeface="Courier New" panose="02070309020205020404" pitchFamily="49" charset="0"/>
              </a:rPr>
              <a:t> (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2400" dirty="0">
                <a:latin typeface="Courier New" panose="02070309020205020404" pitchFamily="49" charset="0"/>
              </a:rPr>
              <a:t> x=0; x&lt;</a:t>
            </a:r>
            <a:r>
              <a:rPr lang="pt-BR" altLang="pt-BR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cont</a:t>
            </a:r>
            <a:r>
              <a:rPr lang="pt-BR" altLang="pt-BR" sz="2400" dirty="0">
                <a:latin typeface="Courier New" panose="02070309020205020404" pitchFamily="49" charset="0"/>
              </a:rPr>
              <a:t>; x++)</a:t>
            </a:r>
            <a:endParaRPr lang="pt-BR" altLang="pt-BR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&gt;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[x+1]) 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     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vet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[x+1] = </a:t>
            </a:r>
            <a:r>
              <a:rPr lang="pt-BR" altLang="pt-BR" sz="24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temp</a:t>
            </a: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latin typeface="Courier New" panose="02070309020205020404" pitchFamily="49" charset="0"/>
              </a:rPr>
              <a:t>      </a:t>
            </a: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cont</a:t>
            </a:r>
            <a:r>
              <a:rPr lang="pt-BR" altLang="pt-B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--</a:t>
            </a:r>
            <a:r>
              <a:rPr lang="pt-BR" altLang="pt-BR" sz="24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C6107E3-218E-496A-9EC4-126577684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88363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VETORES - Ordenação</a:t>
            </a:r>
          </a:p>
        </p:txBody>
      </p:sp>
      <p:sp>
        <p:nvSpPr>
          <p:cNvPr id="106501" name="Rectangle 4">
            <a:extLst>
              <a:ext uri="{FF2B5EF4-FFF2-40B4-BE49-F238E27FC236}">
                <a16:creationId xmlns:a16="http://schemas.microsoft.com/office/drawing/2014/main" id="{10E762BD-B957-4048-AEEA-CB27A324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550275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pt-BR" altLang="pt-BR" sz="3000" dirty="0"/>
              <a:t>Método da Bolha (versão refinada):</a:t>
            </a:r>
          </a:p>
          <a:p>
            <a:pPr eaLnBrk="1" hangingPunct="1">
              <a:spcBef>
                <a:spcPct val="20000"/>
              </a:spcBef>
              <a:spcAft>
                <a:spcPct val="4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3000" dirty="0"/>
          </a:p>
        </p:txBody>
      </p:sp>
    </p:spTree>
    <p:extLst>
      <p:ext uri="{BB962C8B-B14F-4D97-AF65-F5344CB8AC3E}">
        <p14:creationId xmlns:p14="http://schemas.microsoft.com/office/powerpoint/2010/main" val="13925998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2E11CC-F37C-4679-88EC-98C838F06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CE5CE0-D8A4-41E9-B041-7164AF2E4777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E02D7C68-42CC-4035-A0A4-715656276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7</a:t>
            </a:r>
            <a:endParaRPr lang="pt-BR" altLang="pt-BR" sz="1700" dirty="0"/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D4EC191A-F638-4EE0-9CE2-2D75B5261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38481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as notas dos 3 trabalhos de cada um dos 10 alunos do curso de mestrado de uma universidade. Calcule a média aritmética das 3 notas de cada aluno, que corresponderá a nota final do mesmo. </a:t>
            </a:r>
            <a:r>
              <a:rPr lang="pt-BR" altLang="pt-BR" sz="2600" b="1" u="sng" dirty="0"/>
              <a:t>A seguir</a:t>
            </a:r>
            <a:r>
              <a:rPr lang="pt-BR" altLang="pt-BR" sz="2600" dirty="0"/>
              <a:t> imprima estas notas finais em ordem decrescente, ou seja, da maior para a menor.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671D20F-18DD-4B12-9117-540834D0E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D52BE3-DA9E-453B-A7DE-231BC2D4388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F3CFA01-E124-4F25-A068-8BAA5C531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7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br>
              <a:rPr lang="pt-BR" altLang="pt-BR" sz="2100" dirty="0"/>
            </a:br>
            <a:endParaRPr lang="pt-BR" altLang="pt-BR" dirty="0"/>
          </a:p>
        </p:txBody>
      </p:sp>
      <p:sp>
        <p:nvSpPr>
          <p:cNvPr id="107524" name="Text Box 3">
            <a:extLst>
              <a:ext uri="{FF2B5EF4-FFF2-40B4-BE49-F238E27FC236}">
                <a16:creationId xmlns:a16="http://schemas.microsoft.com/office/drawing/2014/main" id="{F964B4B8-4644-468C-B0FB-6D7A53E20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0" y="236438"/>
            <a:ext cx="5904656" cy="623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OrdenacaoVetoresNotas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4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eaLnBrk="1" hangingPunct="1"/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, nota1, nota2, nota3;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NOTAS[] =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NOTAS.length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a nota 1: 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nota1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a nota 2: 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nota2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 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a nota 3: 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nota3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(nota1 + nota2 + nota3)/3;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&lt;NOTAS.length-1;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x=0; x&lt;NOTAS.length-1; x++)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(NOTAS[x] &lt; NOTAS[x+1]) </a:t>
            </a:r>
            <a:r>
              <a:rPr lang="pt-BR" alt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NOTAS[x];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NOTAS[x] = NOTAS[x+1];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NOTAS[x+1]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NOTAS.length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(NOTAS[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</a:rPr>
              <a:t>   </a:t>
            </a: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19A6FFF4-711B-479D-9883-A9B5E50E5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3478188"/>
            <a:ext cx="4786312" cy="1751012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7244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E0663C-2403-4FC5-86A2-F30E68216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1BC1CF-BA81-4FE2-8669-7EE516C4D5AC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4F89464C-C79E-4C53-ACC0-C52483E4B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8</a:t>
            </a:r>
            <a:endParaRPr lang="pt-BR" altLang="pt-BR" sz="1700" dirty="0"/>
          </a:p>
        </p:txBody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203405B6-A690-45C1-961C-0BF211915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42799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None/>
            </a:pPr>
            <a:r>
              <a:rPr lang="pt-BR" altLang="pt-BR" sz="2600" dirty="0"/>
              <a:t>Faça um programa para ler o </a:t>
            </a:r>
            <a:r>
              <a:rPr lang="pt-BR" altLang="pt-BR" sz="2600" u="sng" dirty="0"/>
              <a:t>nome</a:t>
            </a:r>
            <a:r>
              <a:rPr lang="pt-BR" altLang="pt-BR" sz="2600" dirty="0"/>
              <a:t> e as notas dos 3 trabalhos de cada um dos 10 alunos do curso de mestrado da universidade. Calcule a média aritmética das 3 notas de cada aluno, que corresponderá a nota final do mesmo. </a:t>
            </a:r>
            <a:r>
              <a:rPr lang="pt-BR" altLang="pt-BR" sz="2600" b="1" u="sng" dirty="0"/>
              <a:t>A seguir</a:t>
            </a:r>
            <a:r>
              <a:rPr lang="pt-BR" altLang="pt-BR" sz="2600" dirty="0"/>
              <a:t> imprima os </a:t>
            </a:r>
            <a:r>
              <a:rPr lang="pt-BR" altLang="pt-BR" sz="2600" u="sng" dirty="0"/>
              <a:t>nomes</a:t>
            </a:r>
            <a:r>
              <a:rPr lang="pt-BR" altLang="pt-BR" sz="2600" dirty="0"/>
              <a:t> dos alunos em ordem decrescente de nota, ou seja, primeiro o nome do aluno de maior nota e por último o nome do aluno de menor nota.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extLst>
              <a:ext uri="{FF2B5EF4-FFF2-40B4-BE49-F238E27FC236}">
                <a16:creationId xmlns:a16="http://schemas.microsoft.com/office/drawing/2014/main" id="{A71C05C9-AD03-45B0-8CB5-62E3155F86CA}"/>
              </a:ext>
            </a:extLst>
          </p:cNvPr>
          <p:cNvSpPr>
            <a:spLocks noChangeArrowheads="1"/>
          </p:cNvSpPr>
          <p:nvPr/>
        </p:nvSpPr>
        <p:spPr bwMode="auto">
          <a:xfrm rot="3309200">
            <a:off x="4955877" y="1903069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671D20F-18DD-4B12-9117-540834D0E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D52BE3-DA9E-453B-A7DE-231BC2D4388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F3CFA01-E124-4F25-A068-8BAA5C531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8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br>
              <a:rPr lang="pt-BR" altLang="pt-BR" sz="2100" dirty="0"/>
            </a:br>
            <a:endParaRPr lang="pt-BR" altLang="pt-BR" dirty="0"/>
          </a:p>
        </p:txBody>
      </p:sp>
      <p:sp>
        <p:nvSpPr>
          <p:cNvPr id="107524" name="Text Box 3">
            <a:extLst>
              <a:ext uri="{FF2B5EF4-FFF2-40B4-BE49-F238E27FC236}">
                <a16:creationId xmlns:a16="http://schemas.microsoft.com/office/drawing/2014/main" id="{F964B4B8-4644-468C-B0FB-6D7A53E20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8"/>
            <a:ext cx="8579296" cy="4772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java.util.Scanner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OrdenacaoVetoresNotasNomes</a:t>
            </a:r>
            <a:r>
              <a:rPr 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public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static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void</a:t>
            </a:r>
            <a:r>
              <a:rPr lang="en-US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main(String[] 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 </a:t>
            </a:r>
            <a:r>
              <a:rPr lang="en-US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Scanner(System.</a:t>
            </a:r>
            <a:r>
              <a:rPr lang="en-US" altLang="pt-BR" sz="1400" i="1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in</a:t>
            </a:r>
            <a:r>
              <a:rPr lang="en-US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  <a:r>
              <a:rPr kumimoji="1" lang="pt-BR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</a:p>
          <a:p>
            <a:pPr eaLnBrk="1" hangingPunct="1"/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tempNota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, nota1, nota2, nota3;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tempNome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NOMES[] =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String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NOTAS[] =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[10];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NOTAS.length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 </a:t>
            </a:r>
            <a:r>
              <a:rPr lang="pt-BR" alt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o nome do aluno: 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NOMES[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a nota 1: 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nota1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a nota 2: 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nota2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 </a:t>
            </a:r>
          </a:p>
          <a:p>
            <a:pPr eaLnBrk="1" hangingPunct="1"/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"Informe a nota 3: 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nota3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NOTAS[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 = (nota1 + nota2 + nota3)/3;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teclado.nextLine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400" i="1" dirty="0">
                <a:latin typeface="Courier New" panose="02070309020205020404" pitchFamily="49" charset="0"/>
              </a:rPr>
              <a:t>(continua...)</a:t>
            </a:r>
          </a:p>
        </p:txBody>
      </p:sp>
    </p:spTree>
    <p:extLst>
      <p:ext uri="{BB962C8B-B14F-4D97-AF65-F5344CB8AC3E}">
        <p14:creationId xmlns:p14="http://schemas.microsoft.com/office/powerpoint/2010/main" val="7921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671D20F-18DD-4B12-9117-540834D0E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D52BE3-DA9E-453B-A7DE-231BC2D4388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109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F3CFA01-E124-4F25-A068-8BAA5C531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8a</a:t>
            </a:r>
            <a:br>
              <a:rPr lang="pt-BR" altLang="pt-BR" dirty="0"/>
            </a:br>
            <a:r>
              <a:rPr lang="pt-BR" altLang="pt-BR" sz="2100" dirty="0"/>
              <a:t>(Programa resolvido – Ordenação decrescente por NOTAS)</a:t>
            </a:r>
            <a:br>
              <a:rPr lang="pt-BR" altLang="pt-BR" sz="2100" dirty="0"/>
            </a:br>
            <a:endParaRPr lang="pt-BR" altLang="pt-BR" dirty="0"/>
          </a:p>
        </p:txBody>
      </p:sp>
      <p:sp>
        <p:nvSpPr>
          <p:cNvPr id="107524" name="Text Box 3">
            <a:extLst>
              <a:ext uri="{FF2B5EF4-FFF2-40B4-BE49-F238E27FC236}">
                <a16:creationId xmlns:a16="http://schemas.microsoft.com/office/drawing/2014/main" id="{F964B4B8-4644-468C-B0FB-6D7A53E20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8"/>
            <a:ext cx="8579296" cy="4061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i="1" dirty="0">
                <a:latin typeface="Courier New" panose="02070309020205020404" pitchFamily="49" charset="0"/>
              </a:rPr>
              <a:t>(continuação...)</a:t>
            </a:r>
          </a:p>
          <a:p>
            <a:endParaRPr lang="pt-BR" altLang="pt-BR" sz="1400" i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&lt;NOTAS.length-1;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x=0; x&lt;NOTAS.length-1; x++)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NOTAS[x] &lt; NOTAS[x+1]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pt-BR" altLang="pt-BR" sz="1400" b="1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tempNota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NOTAS[x];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NOTAS[x] = NOTAS[x+1];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NOTAS[x+1]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tempNota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</a:t>
            </a:r>
            <a:r>
              <a:rPr lang="pt-BR" altLang="pt-BR" sz="1400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tempNome</a:t>
            </a: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NOMES[x];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NOMES[x] = NOMES[x+1];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NOMES[x+1] = </a:t>
            </a:r>
            <a:r>
              <a:rPr lang="pt-BR" altLang="pt-BR" sz="1400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tempNome</a:t>
            </a: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400" b="1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(NOMES[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]+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"Nota =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+NOTAS[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</a:rPr>
              <a:t>   </a:t>
            </a: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D6C9EE3-8AC9-4F0E-B521-FAF310F95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06" y="1772817"/>
            <a:ext cx="5113138" cy="2448272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97881A0-2DF3-45E4-A758-B19BB7DD14F8}"/>
              </a:ext>
            </a:extLst>
          </p:cNvPr>
          <p:cNvSpPr>
            <a:spLocks noChangeArrowheads="1"/>
          </p:cNvSpPr>
          <p:nvPr/>
        </p:nvSpPr>
        <p:spPr bwMode="auto">
          <a:xfrm rot="3309200">
            <a:off x="4694013" y="1363710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E0C0BBE9-FC83-4A2A-848E-9B93CD909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108" y="1473200"/>
            <a:ext cx="2547371" cy="2315653"/>
          </a:xfrm>
          <a:prstGeom prst="wedgeRectCallout">
            <a:avLst>
              <a:gd name="adj1" fmla="val -119721"/>
              <a:gd name="adj2" fmla="val 436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Troca também os conteúdos do vetor NOMES que é relacionado (sincronizado) com o vetor NOTAS</a:t>
            </a:r>
          </a:p>
        </p:txBody>
      </p:sp>
    </p:spTree>
    <p:extLst>
      <p:ext uri="{BB962C8B-B14F-4D97-AF65-F5344CB8AC3E}">
        <p14:creationId xmlns:p14="http://schemas.microsoft.com/office/powerpoint/2010/main" val="368172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extLst>
              <a:ext uri="{FF2B5EF4-FFF2-40B4-BE49-F238E27FC236}">
                <a16:creationId xmlns:a16="http://schemas.microsoft.com/office/drawing/2014/main" id="{A97881A0-2DF3-45E4-A758-B19BB7DD14F8}"/>
              </a:ext>
            </a:extLst>
          </p:cNvPr>
          <p:cNvSpPr>
            <a:spLocks noChangeArrowheads="1"/>
          </p:cNvSpPr>
          <p:nvPr/>
        </p:nvSpPr>
        <p:spPr bwMode="auto">
          <a:xfrm rot="3309200">
            <a:off x="4694013" y="1363710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671D20F-18DD-4B12-9117-540834D0E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D52BE3-DA9E-453B-A7DE-231BC2D4388A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110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F3CFA01-E124-4F25-A068-8BAA5C531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8b</a:t>
            </a:r>
            <a:br>
              <a:rPr lang="pt-BR" altLang="pt-BR" dirty="0"/>
            </a:br>
            <a:r>
              <a:rPr lang="pt-BR" altLang="pt-BR" sz="2100" dirty="0"/>
              <a:t>(Programa resolvido – Ordenação alfabética por NOMES)</a:t>
            </a:r>
            <a:br>
              <a:rPr lang="pt-BR" altLang="pt-BR" sz="2100" dirty="0"/>
            </a:br>
            <a:endParaRPr lang="pt-BR" altLang="pt-BR" dirty="0"/>
          </a:p>
        </p:txBody>
      </p:sp>
      <p:sp>
        <p:nvSpPr>
          <p:cNvPr id="107524" name="Text Box 3">
            <a:extLst>
              <a:ext uri="{FF2B5EF4-FFF2-40B4-BE49-F238E27FC236}">
                <a16:creationId xmlns:a16="http://schemas.microsoft.com/office/drawing/2014/main" id="{F964B4B8-4644-468C-B0FB-6D7A53E20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8"/>
            <a:ext cx="8579296" cy="4061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i="1" dirty="0">
                <a:latin typeface="Courier New" panose="02070309020205020404" pitchFamily="49" charset="0"/>
              </a:rPr>
              <a:t>(continuação...)</a:t>
            </a:r>
          </a:p>
          <a:p>
            <a:endParaRPr lang="pt-BR" altLang="pt-BR" sz="1400" i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&lt;NOTAS.length-1;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x=0; x&lt;NOTAS.length-1; x++)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if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kumimoji="0" lang="pt-BR" alt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35742A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NOME[x].</a:t>
            </a:r>
            <a:r>
              <a:rPr kumimoji="0" lang="pt-BR" alt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35742A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compareToIgnoreCase</a:t>
            </a:r>
            <a:r>
              <a:rPr kumimoji="0" lang="pt-BR" alt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35742A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(NOME[x+1])&gt;0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) </a:t>
            </a:r>
            <a:r>
              <a:rPr lang="pt-BR" altLang="pt-BR" sz="1400" b="1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tempNota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NOTAS[x];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NOTAS[x] = NOTAS[x+1];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NOTAS[x+1] =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tempNota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</a:t>
            </a:r>
            <a:r>
              <a:rPr lang="pt-BR" altLang="pt-BR" sz="1400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tempNome</a:t>
            </a: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= NOMES[x];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NOMES[x] = NOMES[x+1];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   NOMES[x+1] = </a:t>
            </a:r>
            <a:r>
              <a:rPr lang="pt-BR" altLang="pt-BR" sz="1400" dirty="0" err="1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tempNome</a:t>
            </a:r>
            <a:r>
              <a:rPr lang="pt-BR" altLang="pt-BR" sz="14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  </a:t>
            </a:r>
            <a:r>
              <a:rPr lang="pt-BR" altLang="pt-BR" sz="1400" b="1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pt-BR" alt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=0;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&lt;10;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System.</a:t>
            </a:r>
            <a:r>
              <a:rPr lang="pt-BR" altLang="pt-BR" sz="1400" b="1" i="1" dirty="0" err="1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out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.println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(NOMES[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]+</a:t>
            </a:r>
            <a:r>
              <a:rPr lang="pt-BR" altLang="pt-BR" sz="1400" dirty="0">
                <a:solidFill>
                  <a:srgbClr val="0000FF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"Nota = "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+NOTAS[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aux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     </a:t>
            </a:r>
            <a:r>
              <a:rPr lang="pt-BR" altLang="pt-BR" sz="1400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teclado.close</a:t>
            </a:r>
            <a:r>
              <a:rPr lang="pt-BR" altLang="pt-BR" sz="140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dirty="0">
                <a:latin typeface="Courier New" panose="02070309020205020404" pitchFamily="49" charset="0"/>
              </a:rPr>
              <a:t>   </a:t>
            </a: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D6C9EE3-8AC9-4F0E-B521-FAF310F95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06" y="1772817"/>
            <a:ext cx="6049242" cy="2448272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6835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867328" cy="1139825"/>
          </a:xfrm>
        </p:spPr>
        <p:txBody>
          <a:bodyPr/>
          <a:lstStyle/>
          <a:p>
            <a:r>
              <a:rPr lang="pt-BR" dirty="0"/>
              <a:t>Classe </a:t>
            </a:r>
            <a:r>
              <a:rPr lang="pt-BR" b="1" dirty="0" err="1"/>
              <a:t>Arrays</a:t>
            </a:r>
            <a:r>
              <a:rPr lang="pt-BR" dirty="0"/>
              <a:t> - Ordenação </a:t>
            </a:r>
            <a:r>
              <a:rPr lang="pt-BR" u="sng" dirty="0"/>
              <a:t>Crescente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2" y="1052736"/>
            <a:ext cx="7919864" cy="5078189"/>
          </a:xfrm>
        </p:spPr>
        <p:txBody>
          <a:bodyPr/>
          <a:lstStyle/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java.util.Arrays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OrdenacaoArraysNomesCrescente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Scanner teclado =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pt-BR" sz="16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Nomes[] =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Nomes.length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"Digite um nome: "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Nomes[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ORDENA EM ORDEM CRESCENTE (ALFABÉTICA)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Arrays.sort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(Nomes)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		</a:t>
            </a:r>
          </a:p>
          <a:p>
            <a:pPr marL="0" indent="0">
              <a:buNone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Nomes.length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(Nomes[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pt-BR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111</a:t>
            </a:fld>
            <a:endParaRPr lang="pt-BR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FFA5417-B922-456F-8271-4F1D17F1E86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32944" y="629560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520D9ED-F19B-4A83-AEB3-D7B8B60E2B3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53971" y="3824213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090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79296" cy="1139825"/>
          </a:xfrm>
        </p:spPr>
        <p:txBody>
          <a:bodyPr/>
          <a:lstStyle/>
          <a:p>
            <a:r>
              <a:rPr lang="pt-BR" dirty="0"/>
              <a:t>Classe </a:t>
            </a:r>
            <a:r>
              <a:rPr lang="pt-BR" b="1" dirty="0" err="1"/>
              <a:t>Arrays</a:t>
            </a:r>
            <a:r>
              <a:rPr lang="pt-BR" dirty="0"/>
              <a:t> - Ordenação </a:t>
            </a:r>
            <a:r>
              <a:rPr lang="pt-BR" u="sng" dirty="0"/>
              <a:t>Decrescente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2" y="1052736"/>
            <a:ext cx="7919864" cy="5078189"/>
          </a:xfrm>
        </p:spPr>
        <p:txBody>
          <a:bodyPr/>
          <a:lstStyle/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java.util.Arrays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java.util.Collections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OrdenacaoArraysNomes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Scanner teclado =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pt-BR" sz="16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Nomes[] =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Nomes.length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"Digite um nome: "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Nomes[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ORDENA EM ORDEM DECRESCENTE (ALFABÉTICA INVERSA)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Arrays.sort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(Nomes, </a:t>
            </a:r>
            <a:r>
              <a:rPr lang="pt-B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Collections.reverseOrder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		</a:t>
            </a:r>
          </a:p>
          <a:p>
            <a:pPr marL="0" indent="0">
              <a:buNone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Nomes.length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(Nomes[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pt-BR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112</a:t>
            </a:fld>
            <a:endParaRPr lang="pt-BR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FFA5417-B922-456F-8271-4F1D17F1E86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31741" y="919224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520D9ED-F19B-4A83-AEB3-D7B8B60E2B3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237387" y="4112245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3265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79296" cy="1139825"/>
          </a:xfrm>
        </p:spPr>
        <p:txBody>
          <a:bodyPr/>
          <a:lstStyle/>
          <a:p>
            <a:r>
              <a:rPr lang="pt-BR" dirty="0"/>
              <a:t>Classe </a:t>
            </a:r>
            <a:r>
              <a:rPr lang="pt-BR" b="1" dirty="0" err="1"/>
              <a:t>Arrays</a:t>
            </a:r>
            <a:r>
              <a:rPr lang="pt-BR" dirty="0"/>
              <a:t> - Procura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2" y="1052736"/>
            <a:ext cx="8423920" cy="5805264"/>
          </a:xfrm>
        </p:spPr>
        <p:txBody>
          <a:bodyPr/>
          <a:lstStyle/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java.util.Arrays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ProcuraArraysNomes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Scanner teclado =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pt-BR" sz="16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Nomes[] =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Nomes.length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"Digite um nome: "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Nomes[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"Digite um nome a procurar: "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nome =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Arrays.binarySearch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(Nomes, nome)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0)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não encontrado"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600" b="1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encontrado </a:t>
            </a:r>
            <a:r>
              <a:rPr lang="pt-BR" sz="16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índice </a:t>
            </a:r>
            <a:r>
              <a:rPr 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+(pos+1));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113</a:t>
            </a:fld>
            <a:endParaRPr lang="pt-BR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C9023627-7FBB-4645-8393-7158CFC48D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41083" y="4112245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6327DBD-8268-4C24-AB1B-5214748A8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543" y="691515"/>
            <a:ext cx="6960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200" b="1" dirty="0">
                <a:cs typeface="Times New Roman" panose="02020603050405020304" pitchFamily="18" charset="0"/>
              </a:rPr>
              <a:t>Nomes</a:t>
            </a:r>
            <a:endParaRPr lang="pt-BR" altLang="pt-BR" sz="1800" dirty="0"/>
          </a:p>
        </p:txBody>
      </p:sp>
      <p:graphicFrame>
        <p:nvGraphicFramePr>
          <p:cNvPr id="8" name="Group 178">
            <a:extLst>
              <a:ext uri="{FF2B5EF4-FFF2-40B4-BE49-F238E27FC236}">
                <a16:creationId xmlns:a16="http://schemas.microsoft.com/office/drawing/2014/main" id="{1412DED1-3F4D-4022-806F-68C551107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787996"/>
              </p:ext>
            </p:extLst>
          </p:nvPr>
        </p:nvGraphicFramePr>
        <p:xfrm>
          <a:off x="6156176" y="1025574"/>
          <a:ext cx="2898328" cy="565150"/>
        </p:xfrm>
        <a:graphic>
          <a:graphicData uri="http://schemas.openxmlformats.org/drawingml/2006/table">
            <a:tbl>
              <a:tblPr/>
              <a:tblGrid>
                <a:gridCol w="66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PEDRO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BE115A43-D917-41B3-AB14-626E475CC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235" y="1711841"/>
            <a:ext cx="59503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200" b="1" dirty="0">
                <a:cs typeface="Times New Roman" panose="02020603050405020304" pitchFamily="18" charset="0"/>
              </a:rPr>
              <a:t>nome</a:t>
            </a:r>
            <a:endParaRPr lang="pt-BR" altLang="pt-BR" sz="1800" dirty="0"/>
          </a:p>
        </p:txBody>
      </p:sp>
      <p:graphicFrame>
        <p:nvGraphicFramePr>
          <p:cNvPr id="10" name="Group 178">
            <a:extLst>
              <a:ext uri="{FF2B5EF4-FFF2-40B4-BE49-F238E27FC236}">
                <a16:creationId xmlns:a16="http://schemas.microsoft.com/office/drawing/2014/main" id="{79379271-9B70-46CA-83E3-2994FA693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019932"/>
              </p:ext>
            </p:extLst>
          </p:nvPr>
        </p:nvGraphicFramePr>
        <p:xfrm>
          <a:off x="7362132" y="2040527"/>
          <a:ext cx="666252" cy="288925"/>
        </p:xfrm>
        <a:graphic>
          <a:graphicData uri="http://schemas.openxmlformats.org/drawingml/2006/table">
            <a:tbl>
              <a:tblPr/>
              <a:tblGrid>
                <a:gridCol w="66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5F91818D-831B-4668-A2EF-DC0ADA959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235" y="2564904"/>
            <a:ext cx="4587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200" b="1" dirty="0" err="1">
                <a:cs typeface="Times New Roman" panose="02020603050405020304" pitchFamily="18" charset="0"/>
              </a:rPr>
              <a:t>pos</a:t>
            </a:r>
            <a:endParaRPr lang="pt-BR" altLang="pt-BR" sz="1800" dirty="0"/>
          </a:p>
        </p:txBody>
      </p:sp>
      <p:graphicFrame>
        <p:nvGraphicFramePr>
          <p:cNvPr id="12" name="Group 178">
            <a:extLst>
              <a:ext uri="{FF2B5EF4-FFF2-40B4-BE49-F238E27FC236}">
                <a16:creationId xmlns:a16="http://schemas.microsoft.com/office/drawing/2014/main" id="{EBE6C56E-F4AF-4B38-A0BA-B2D8E4533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721950"/>
              </p:ext>
            </p:extLst>
          </p:nvPr>
        </p:nvGraphicFramePr>
        <p:xfrm>
          <a:off x="7362132" y="2893590"/>
          <a:ext cx="666252" cy="288925"/>
        </p:xfrm>
        <a:graphic>
          <a:graphicData uri="http://schemas.openxmlformats.org/drawingml/2006/table">
            <a:tbl>
              <a:tblPr/>
              <a:tblGrid>
                <a:gridCol w="66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6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E64B7-75AF-4EE9-B49D-AEADB5FB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322387"/>
          </a:xfrm>
        </p:spPr>
        <p:txBody>
          <a:bodyPr/>
          <a:lstStyle/>
          <a:p>
            <a:r>
              <a:rPr lang="pt-BR" dirty="0"/>
              <a:t>Método </a:t>
            </a:r>
            <a:r>
              <a:rPr lang="pt-BR" b="1" dirty="0"/>
              <a:t>split </a:t>
            </a:r>
            <a:r>
              <a:rPr lang="pt-BR" dirty="0"/>
              <a:t>da classe </a:t>
            </a:r>
            <a:r>
              <a:rPr lang="pt-BR" b="1" dirty="0" err="1"/>
              <a:t>String</a:t>
            </a:r>
            <a:br>
              <a:rPr lang="pt-BR" dirty="0"/>
            </a:br>
            <a:r>
              <a:rPr lang="pt-BR" sz="2100" dirty="0"/>
              <a:t>(Dividir uma </a:t>
            </a:r>
            <a:r>
              <a:rPr lang="pt-BR" sz="2100" u="sng" dirty="0" err="1"/>
              <a:t>string</a:t>
            </a:r>
            <a:r>
              <a:rPr lang="pt-BR" sz="2100" dirty="0"/>
              <a:t> em vários </a:t>
            </a:r>
            <a:r>
              <a:rPr lang="pt-BR" sz="2100" u="sng" dirty="0" err="1"/>
              <a:t>substrings</a:t>
            </a:r>
            <a:r>
              <a:rPr lang="pt-BR" sz="2100" dirty="0"/>
              <a:t>, separados por um </a:t>
            </a:r>
            <a:r>
              <a:rPr lang="pt-BR" sz="2100" u="sng" dirty="0"/>
              <a:t>caracter</a:t>
            </a:r>
            <a:r>
              <a:rPr lang="pt-BR" sz="2100" dirty="0"/>
              <a:t>, atribuindo cada </a:t>
            </a:r>
            <a:r>
              <a:rPr lang="pt-BR" sz="2100" dirty="0" err="1"/>
              <a:t>substring</a:t>
            </a:r>
            <a:r>
              <a:rPr lang="pt-BR" sz="2100" dirty="0"/>
              <a:t> às </a:t>
            </a:r>
            <a:r>
              <a:rPr lang="pt-BR" sz="2100" u="sng" dirty="0"/>
              <a:t>posições</a:t>
            </a:r>
            <a:r>
              <a:rPr lang="pt-BR" sz="2100" dirty="0"/>
              <a:t> de um </a:t>
            </a:r>
            <a:r>
              <a:rPr lang="pt-BR" sz="2100" u="sng" dirty="0"/>
              <a:t>vetor</a:t>
            </a:r>
            <a:r>
              <a:rPr lang="pt-BR" sz="2100" dirty="0"/>
              <a:t>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4D55D3-9C64-407E-8F29-A12045EE2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8232"/>
            <a:ext cx="8229600" cy="3773016"/>
          </a:xfrm>
        </p:spPr>
        <p:txBody>
          <a:bodyPr/>
          <a:lstStyle/>
          <a:p>
            <a:pPr marL="0" indent="0" algn="l">
              <a:buNone/>
            </a:pPr>
            <a:r>
              <a:rPr 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StringVetor1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nome = </a:t>
            </a:r>
            <a:r>
              <a:rPr lang="pt-BR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"RICARDO LUIZ DE FREITAS"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palavras[] =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nome.</a:t>
            </a:r>
            <a:r>
              <a:rPr lang="pt-B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 ");</a:t>
            </a:r>
          </a:p>
          <a:p>
            <a:pPr marL="0" indent="0" algn="l">
              <a:buNone/>
            </a:pP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aux=0; aux&lt;palavras.length; aux++)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20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(palavras[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pt-BR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D09130-CEC3-44BB-A888-7C3F8A277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114</a:t>
            </a:fld>
            <a:endParaRPr lang="pt-BR" alt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7E0BB5-436A-4EA6-842C-3EA5055FD9BD}"/>
              </a:ext>
            </a:extLst>
          </p:cNvPr>
          <p:cNvSpPr txBox="1"/>
          <p:nvPr/>
        </p:nvSpPr>
        <p:spPr>
          <a:xfrm>
            <a:off x="2555776" y="4149080"/>
            <a:ext cx="57917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Impressão:</a:t>
            </a:r>
          </a:p>
          <a:p>
            <a:endParaRPr lang="pt-BR" dirty="0"/>
          </a:p>
          <a:p>
            <a:r>
              <a:rPr lang="pt-BR" dirty="0"/>
              <a:t>RICARDO	</a:t>
            </a:r>
            <a:r>
              <a:rPr lang="pt-BR" dirty="0">
                <a:solidFill>
                  <a:srgbClr val="009900"/>
                </a:solidFill>
              </a:rPr>
              <a:t>// Índice 0 do vetor </a:t>
            </a:r>
            <a:r>
              <a:rPr lang="pt-BR" b="1" dirty="0">
                <a:solidFill>
                  <a:srgbClr val="009900"/>
                </a:solidFill>
              </a:rPr>
              <a:t>palavras</a:t>
            </a:r>
            <a:endParaRPr lang="pt-BR" dirty="0">
              <a:solidFill>
                <a:srgbClr val="009900"/>
              </a:solidFill>
            </a:endParaRPr>
          </a:p>
          <a:p>
            <a:r>
              <a:rPr lang="pt-BR" dirty="0"/>
              <a:t>LUIZ		</a:t>
            </a:r>
            <a:r>
              <a:rPr lang="pt-BR" dirty="0">
                <a:solidFill>
                  <a:srgbClr val="009900"/>
                </a:solidFill>
              </a:rPr>
              <a:t>// Índice 1 do vetor </a:t>
            </a:r>
            <a:r>
              <a:rPr lang="pt-BR" b="1" dirty="0">
                <a:solidFill>
                  <a:srgbClr val="009900"/>
                </a:solidFill>
              </a:rPr>
              <a:t>palavras</a:t>
            </a:r>
            <a:endParaRPr lang="pt-BR" dirty="0"/>
          </a:p>
          <a:p>
            <a:r>
              <a:rPr lang="pt-BR" dirty="0"/>
              <a:t>DE		</a:t>
            </a:r>
            <a:r>
              <a:rPr lang="pt-BR" dirty="0">
                <a:solidFill>
                  <a:srgbClr val="009900"/>
                </a:solidFill>
              </a:rPr>
              <a:t>// Índice 2 do vetor </a:t>
            </a:r>
            <a:r>
              <a:rPr lang="pt-BR" b="1" dirty="0">
                <a:solidFill>
                  <a:srgbClr val="009900"/>
                </a:solidFill>
              </a:rPr>
              <a:t>palavras</a:t>
            </a:r>
            <a:endParaRPr lang="pt-BR" dirty="0"/>
          </a:p>
          <a:p>
            <a:r>
              <a:rPr lang="pt-BR" dirty="0"/>
              <a:t>FREITAS	</a:t>
            </a:r>
            <a:r>
              <a:rPr lang="pt-BR" dirty="0">
                <a:solidFill>
                  <a:srgbClr val="009900"/>
                </a:solidFill>
              </a:rPr>
              <a:t>// Índice 3 do vetor </a:t>
            </a:r>
            <a:r>
              <a:rPr lang="pt-BR" b="1" dirty="0">
                <a:solidFill>
                  <a:srgbClr val="009900"/>
                </a:solidFill>
              </a:rPr>
              <a:t>palavras</a:t>
            </a:r>
            <a:endParaRPr lang="pt-BR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85DA0C8-A2EA-497E-BD3F-3B2CD09C8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169" y="1497013"/>
            <a:ext cx="2376488" cy="504825"/>
          </a:xfrm>
          <a:prstGeom prst="wedgeRectCallout">
            <a:avLst>
              <a:gd name="adj1" fmla="val -56837"/>
              <a:gd name="adj2" fmla="val 2504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Caracter espaço</a:t>
            </a:r>
          </a:p>
        </p:txBody>
      </p:sp>
    </p:spTree>
    <p:extLst>
      <p:ext uri="{BB962C8B-B14F-4D97-AF65-F5344CB8AC3E}">
        <p14:creationId xmlns:p14="http://schemas.microsoft.com/office/powerpoint/2010/main" val="230702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E64B7-75AF-4EE9-B49D-AEADB5FB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b="1" dirty="0"/>
              <a:t>split</a:t>
            </a:r>
            <a:r>
              <a:rPr lang="pt-BR" dirty="0"/>
              <a:t> da classe </a:t>
            </a:r>
            <a:r>
              <a:rPr lang="pt-BR" b="1" dirty="0" err="1"/>
              <a:t>String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4D55D3-9C64-407E-8F29-A12045EE2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539"/>
            <a:ext cx="8579296" cy="4530725"/>
          </a:xfrm>
        </p:spPr>
        <p:txBody>
          <a:bodyPr/>
          <a:lstStyle/>
          <a:p>
            <a:pPr marL="0" indent="0" algn="l">
              <a:buNone/>
            </a:pPr>
            <a:r>
              <a:rPr 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StringVetor2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cores = </a:t>
            </a:r>
            <a:r>
              <a:rPr lang="pt-BR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"AZUL-AMARELO-BRANCO-PRETO-VERDE"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palavras[] =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cores.</a:t>
            </a:r>
            <a:r>
              <a:rPr lang="pt-B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("-");</a:t>
            </a:r>
          </a:p>
          <a:p>
            <a:pPr marL="0" indent="0" algn="l">
              <a:buNone/>
            </a:pP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aux=0; aux&lt;palavras.length; aux++)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20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(palavras[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pt-BR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D09130-CEC3-44BB-A888-7C3F8A277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115</a:t>
            </a:fld>
            <a:endParaRPr lang="pt-BR" alt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7E0BB5-436A-4EA6-842C-3EA5055FD9BD}"/>
              </a:ext>
            </a:extLst>
          </p:cNvPr>
          <p:cNvSpPr txBox="1"/>
          <p:nvPr/>
        </p:nvSpPr>
        <p:spPr>
          <a:xfrm>
            <a:off x="2555776" y="3861048"/>
            <a:ext cx="5791719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Impressão:</a:t>
            </a:r>
          </a:p>
          <a:p>
            <a:endParaRPr lang="pt-BR" dirty="0"/>
          </a:p>
          <a:p>
            <a:r>
              <a:rPr lang="pt-BR" dirty="0"/>
              <a:t>AZUL</a:t>
            </a:r>
          </a:p>
          <a:p>
            <a:r>
              <a:rPr lang="pt-BR" dirty="0"/>
              <a:t>AMARELO</a:t>
            </a:r>
          </a:p>
          <a:p>
            <a:r>
              <a:rPr lang="pt-BR" dirty="0"/>
              <a:t>BRANCO</a:t>
            </a:r>
          </a:p>
          <a:p>
            <a:r>
              <a:rPr lang="pt-BR" dirty="0"/>
              <a:t>PRETO</a:t>
            </a:r>
          </a:p>
          <a:p>
            <a:r>
              <a:rPr lang="pt-BR" dirty="0"/>
              <a:t>VERDE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54C0D59-8AEF-46F8-B109-9DE6B274B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008" y="1052736"/>
            <a:ext cx="2376488" cy="504825"/>
          </a:xfrm>
          <a:prstGeom prst="wedgeRectCallout">
            <a:avLst>
              <a:gd name="adj1" fmla="val -52340"/>
              <a:gd name="adj2" fmla="val 2222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Caracter traço</a:t>
            </a:r>
          </a:p>
        </p:txBody>
      </p:sp>
    </p:spTree>
    <p:extLst>
      <p:ext uri="{BB962C8B-B14F-4D97-AF65-F5344CB8AC3E}">
        <p14:creationId xmlns:p14="http://schemas.microsoft.com/office/powerpoint/2010/main" val="185483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extLst>
              <a:ext uri="{FF2B5EF4-FFF2-40B4-BE49-F238E27FC236}">
                <a16:creationId xmlns:a16="http://schemas.microsoft.com/office/drawing/2014/main" id="{C54C0D59-8AEF-46F8-B109-9DE6B274B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848" y="3789040"/>
            <a:ext cx="2376488" cy="504825"/>
          </a:xfrm>
          <a:prstGeom prst="wedgeRectCallout">
            <a:avLst>
              <a:gd name="adj1" fmla="val 74930"/>
              <a:gd name="adj2" fmla="val -2737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2400" dirty="0">
                <a:latin typeface="Times New Roman" panose="02020603050405020304" pitchFamily="18" charset="0"/>
              </a:rPr>
              <a:t>Caracter </a:t>
            </a:r>
            <a:r>
              <a:rPr lang="pt-BR" altLang="pt-BR" sz="2400" dirty="0" err="1">
                <a:latin typeface="Times New Roman" panose="02020603050405020304" pitchFamily="18" charset="0"/>
              </a:rPr>
              <a:t>null</a:t>
            </a:r>
            <a:endParaRPr lang="pt-BR" altLang="pt-BR" sz="2400" dirty="0">
              <a:latin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9E64B7-75AF-4EE9-B49D-AEADB5FB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b="1" dirty="0"/>
              <a:t>split</a:t>
            </a:r>
            <a:r>
              <a:rPr lang="pt-BR" dirty="0"/>
              <a:t> da classe </a:t>
            </a:r>
            <a:r>
              <a:rPr lang="pt-BR" b="1" dirty="0" err="1"/>
              <a:t>String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4D55D3-9C64-407E-8F29-A12045EE2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539"/>
            <a:ext cx="8579296" cy="4530725"/>
          </a:xfrm>
        </p:spPr>
        <p:txBody>
          <a:bodyPr/>
          <a:lstStyle/>
          <a:p>
            <a:pPr marL="0" indent="0" algn="l">
              <a:buNone/>
            </a:pPr>
            <a:r>
              <a:rPr 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StringVetor3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main(String[]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frase = </a:t>
            </a:r>
            <a:r>
              <a:rPr lang="pt-BR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"ADORO O GALÃO DA MASSA"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letras[] =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frase.</a:t>
            </a:r>
            <a:r>
              <a:rPr lang="pt-B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pPr marL="0" indent="0" algn="l">
              <a:buNone/>
            </a:pP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aux=0; aux&lt;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letras.length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aux++)</a:t>
            </a: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20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(letras[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pt-BR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D09130-CEC3-44BB-A888-7C3F8A277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116</a:t>
            </a:fld>
            <a:endParaRPr lang="pt-BR" alt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7E0BB5-436A-4EA6-842C-3EA5055FD9BD}"/>
              </a:ext>
            </a:extLst>
          </p:cNvPr>
          <p:cNvSpPr txBox="1"/>
          <p:nvPr/>
        </p:nvSpPr>
        <p:spPr>
          <a:xfrm>
            <a:off x="7997553" y="548680"/>
            <a:ext cx="936104" cy="5755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Impressão:</a:t>
            </a:r>
          </a:p>
          <a:p>
            <a:endParaRPr lang="pt-BR" dirty="0"/>
          </a:p>
          <a:p>
            <a:r>
              <a:rPr lang="pt-BR" sz="1400" dirty="0"/>
              <a:t>A</a:t>
            </a:r>
          </a:p>
          <a:p>
            <a:r>
              <a:rPr lang="pt-BR" sz="1400" dirty="0"/>
              <a:t>D</a:t>
            </a:r>
          </a:p>
          <a:p>
            <a:r>
              <a:rPr lang="pt-BR" sz="1400" dirty="0"/>
              <a:t>O</a:t>
            </a:r>
          </a:p>
          <a:p>
            <a:r>
              <a:rPr lang="pt-BR" sz="1400" dirty="0"/>
              <a:t>R</a:t>
            </a:r>
          </a:p>
          <a:p>
            <a:r>
              <a:rPr lang="pt-BR" sz="1400" dirty="0"/>
              <a:t>O</a:t>
            </a:r>
          </a:p>
          <a:p>
            <a:endParaRPr lang="pt-BR" sz="1400" dirty="0"/>
          </a:p>
          <a:p>
            <a:r>
              <a:rPr lang="pt-BR" sz="1400" dirty="0"/>
              <a:t>O</a:t>
            </a:r>
          </a:p>
          <a:p>
            <a:endParaRPr lang="pt-BR" sz="1400" dirty="0"/>
          </a:p>
          <a:p>
            <a:r>
              <a:rPr lang="pt-BR" sz="1400" dirty="0"/>
              <a:t>G</a:t>
            </a:r>
          </a:p>
          <a:p>
            <a:r>
              <a:rPr lang="pt-BR" sz="1400" dirty="0"/>
              <a:t>A</a:t>
            </a:r>
          </a:p>
          <a:p>
            <a:r>
              <a:rPr lang="pt-BR" sz="1400" dirty="0"/>
              <a:t>L</a:t>
            </a:r>
          </a:p>
          <a:p>
            <a:r>
              <a:rPr lang="pt-BR" sz="1400" dirty="0"/>
              <a:t>Ã</a:t>
            </a:r>
          </a:p>
          <a:p>
            <a:r>
              <a:rPr lang="pt-BR" sz="1400" dirty="0"/>
              <a:t>O</a:t>
            </a:r>
          </a:p>
          <a:p>
            <a:endParaRPr lang="pt-BR" sz="1400" dirty="0"/>
          </a:p>
          <a:p>
            <a:r>
              <a:rPr lang="pt-BR" sz="1400" dirty="0"/>
              <a:t>D</a:t>
            </a:r>
          </a:p>
          <a:p>
            <a:r>
              <a:rPr lang="pt-BR" sz="1400" dirty="0"/>
              <a:t>A</a:t>
            </a:r>
          </a:p>
          <a:p>
            <a:endParaRPr lang="pt-BR" sz="1400" dirty="0"/>
          </a:p>
          <a:p>
            <a:r>
              <a:rPr lang="pt-BR" sz="1400" dirty="0"/>
              <a:t>M</a:t>
            </a:r>
          </a:p>
          <a:p>
            <a:r>
              <a:rPr lang="pt-BR" sz="1400" dirty="0"/>
              <a:t>A</a:t>
            </a:r>
          </a:p>
          <a:p>
            <a:r>
              <a:rPr lang="pt-BR" sz="1400" dirty="0"/>
              <a:t>S</a:t>
            </a:r>
          </a:p>
          <a:p>
            <a:r>
              <a:rPr lang="pt-BR" sz="1400" dirty="0"/>
              <a:t>S</a:t>
            </a:r>
          </a:p>
          <a:p>
            <a:r>
              <a:rPr lang="pt-BR" sz="1400" dirty="0"/>
              <a:t>A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02452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CBAF0C-F86E-4BC2-8843-FE9C23BD0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51BB31-58B6-4B9F-B6A5-D3C2BE036D79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117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76DCDF89-A829-4416-B5C0-01059B3B0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13</a:t>
            </a:r>
            <a:endParaRPr lang="pt-BR" altLang="pt-BR" sz="1700" dirty="0"/>
          </a:p>
        </p:txBody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904F7397-18EA-40C3-A577-C56907870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38481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os nomes dos 12 meses do ano em ordem cronológica, e depois imprima-os em ordem alfabética.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EBFF8D-5347-48B8-9223-7D3C7AB0E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157788"/>
            <a:ext cx="85010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Meses informados:  janeiro fevereiro março abril maio junho julho agosto setembro outubro ...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Meses impressos: abril agosto dezembro fevereiro janeiro julho junho maio março novembro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5EC620-C698-4EE5-9C56-DB444B2F5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A5EE1C-AD91-4AF1-A2D2-6EFA188F90A9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118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313E398-2572-4ECF-A1B2-A903EB5B9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14</a:t>
            </a:r>
            <a:endParaRPr lang="pt-BR" altLang="pt-BR" sz="1700" dirty="0"/>
          </a:p>
        </p:txBody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9F4C5F0F-F6D3-44E6-9305-6C5C66454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38481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os nomes, população e estado de 100 cidades brasileiras, e depois imprima o nome e o estado das 10 maiores cidades de forma decrescente pela sua população.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AD3275EA-8065-4F95-9BDE-2747A56AE9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4B12D2-67CE-4DA8-95FD-2E01AA9B0451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119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96173DF0-A3D2-40F7-BCDF-28E918AF8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15</a:t>
            </a:r>
            <a:endParaRPr lang="pt-BR" altLang="pt-BR" sz="1700" dirty="0"/>
          </a:p>
        </p:txBody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891D1A6-C75B-4110-8384-7AC005B36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2119313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10 números inteiros quaisquer.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imprima todos os números pares informados e a média destes números.</a:t>
            </a:r>
          </a:p>
        </p:txBody>
      </p:sp>
      <p:sp>
        <p:nvSpPr>
          <p:cNvPr id="1388548" name="Rectangle 4">
            <a:extLst>
              <a:ext uri="{FF2B5EF4-FFF2-40B4-BE49-F238E27FC236}">
                <a16:creationId xmlns:a16="http://schemas.microsoft.com/office/drawing/2014/main" id="{643FE495-8586-47D8-B7BA-08E969CBA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795838"/>
            <a:ext cx="568801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u="sng">
                <a:solidFill>
                  <a:srgbClr val="0000CC"/>
                </a:solidFill>
              </a:rPr>
              <a:t>Para testar</a:t>
            </a:r>
            <a:r>
              <a:rPr lang="pt-BR" altLang="pt-BR" sz="17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Valores informados: 5  8  12  15  3  98  100  25  63  2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Números pares:  8  12  98  100  2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Média dos números pares =  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8548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59CF640E-84E5-4D62-AF06-4390BC666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EAA744-3B4F-4A3F-AB8E-3D22CEF453A8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11B90564-874E-4FFB-8534-A01B826C5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16</a:t>
            </a:r>
            <a:endParaRPr lang="pt-BR" altLang="pt-BR" sz="1700" dirty="0"/>
          </a:p>
        </p:txBody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4058A95-EB4B-4AA4-9D48-04318C40E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2119313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10 números inteiros quaisquer.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leia um número real informado pelo usuário. A seguir imprima todos os 10 números informados inicialmente multiplicados pelo número real informado depois.</a:t>
            </a:r>
          </a:p>
        </p:txBody>
      </p:sp>
      <p:sp>
        <p:nvSpPr>
          <p:cNvPr id="1366020" name="Rectangle 4">
            <a:extLst>
              <a:ext uri="{FF2B5EF4-FFF2-40B4-BE49-F238E27FC236}">
                <a16:creationId xmlns:a16="http://schemas.microsoft.com/office/drawing/2014/main" id="{F1FA1795-C6D7-44D7-9FC0-C4248F047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795838"/>
            <a:ext cx="6624638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u="sng">
                <a:solidFill>
                  <a:srgbClr val="0000CC"/>
                </a:solidFill>
              </a:rPr>
              <a:t>Para testar</a:t>
            </a:r>
            <a:r>
              <a:rPr lang="pt-BR" altLang="pt-BR" sz="17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Valores informados: 1  2  3  4  5  6  7  8  9  10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Outro número informado: 2.5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Números impressos:  2.5  5  7.5  10  12.5  15  17.5  20  22.5 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6020" grpId="0" autoUpdateAnimBg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Espaço Reservado para Número de Slide 3">
            <a:extLst>
              <a:ext uri="{FF2B5EF4-FFF2-40B4-BE49-F238E27FC236}">
                <a16:creationId xmlns:a16="http://schemas.microsoft.com/office/drawing/2014/main" id="{8D40D583-82F4-444A-A6E6-90FA61EC06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40D732D-E9D8-41D5-AE19-4AE907FB60C4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26F67416-8B1B-4BDE-908A-C60D4CA73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17</a:t>
            </a:r>
            <a:endParaRPr lang="pt-BR" altLang="pt-BR" sz="1700" dirty="0"/>
          </a:p>
        </p:txBody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235406D1-D29C-4654-90FD-D6AE7F85B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2119313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um vetor de 10 posições.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o copie para outro vetor de 10 posições em ordem inversa. Ao fim do programa, imprima o segundo vetor. Vide exemplo abaixo.</a:t>
            </a:r>
          </a:p>
        </p:txBody>
      </p:sp>
      <p:sp>
        <p:nvSpPr>
          <p:cNvPr id="128005" name="Rectangle 4">
            <a:extLst>
              <a:ext uri="{FF2B5EF4-FFF2-40B4-BE49-F238E27FC236}">
                <a16:creationId xmlns:a16="http://schemas.microsoft.com/office/drawing/2014/main" id="{7FA088A9-AED4-49C2-A8CE-E6655AA5C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487738"/>
            <a:ext cx="657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200" b="1">
                <a:cs typeface="Times New Roman" panose="02020603050405020304" pitchFamily="18" charset="0"/>
              </a:rPr>
              <a:t>Vetor1</a:t>
            </a:r>
            <a:endParaRPr lang="pt-BR" altLang="pt-BR" sz="1800"/>
          </a:p>
        </p:txBody>
      </p:sp>
      <p:graphicFrame>
        <p:nvGraphicFramePr>
          <p:cNvPr id="1386674" name="Group 178">
            <a:extLst>
              <a:ext uri="{FF2B5EF4-FFF2-40B4-BE49-F238E27FC236}">
                <a16:creationId xmlns:a16="http://schemas.microsoft.com/office/drawing/2014/main" id="{022AFA96-CA09-4930-9C14-7D29CD51B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83802"/>
              </p:ext>
            </p:extLst>
          </p:nvPr>
        </p:nvGraphicFramePr>
        <p:xfrm>
          <a:off x="2268538" y="3787775"/>
          <a:ext cx="4319587" cy="581025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041" name="AutoShape 52">
            <a:extLst>
              <a:ext uri="{FF2B5EF4-FFF2-40B4-BE49-F238E27FC236}">
                <a16:creationId xmlns:a16="http://schemas.microsoft.com/office/drawing/2014/main" id="{03C4487A-D6DA-4AAC-AE00-6535B7DC2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437063"/>
            <a:ext cx="342900" cy="4572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28042" name="Rectangle 53">
            <a:extLst>
              <a:ext uri="{FF2B5EF4-FFF2-40B4-BE49-F238E27FC236}">
                <a16:creationId xmlns:a16="http://schemas.microsoft.com/office/drawing/2014/main" id="{60E4A213-2C55-48AE-ACAB-5866480A9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011738"/>
            <a:ext cx="657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200" b="1">
                <a:cs typeface="Times New Roman" panose="02020603050405020304" pitchFamily="18" charset="0"/>
              </a:rPr>
              <a:t>Vetor2</a:t>
            </a:r>
            <a:endParaRPr lang="pt-BR" altLang="pt-BR" sz="1800"/>
          </a:p>
        </p:txBody>
      </p:sp>
      <p:graphicFrame>
        <p:nvGraphicFramePr>
          <p:cNvPr id="1386675" name="Group 179">
            <a:extLst>
              <a:ext uri="{FF2B5EF4-FFF2-40B4-BE49-F238E27FC236}">
                <a16:creationId xmlns:a16="http://schemas.microsoft.com/office/drawing/2014/main" id="{32181DF0-1D0C-4E46-8BDB-3C1F5442E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393334"/>
              </p:ext>
            </p:extLst>
          </p:nvPr>
        </p:nvGraphicFramePr>
        <p:xfrm>
          <a:off x="2339975" y="5300663"/>
          <a:ext cx="4305300" cy="557213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58B20D-BA91-482C-AC38-DEF885C0C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3AD3B3-75B9-4636-9C93-39A7F38D35CB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A8F8AC1D-EC75-4EA4-AB6D-B8CF485B7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18</a:t>
            </a:r>
            <a:endParaRPr lang="pt-BR" altLang="pt-BR" sz="1700" dirty="0"/>
          </a:p>
        </p:txBody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DD097C5B-032D-4D21-B0B8-56CF8D1AF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2911475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o nome de 10 pessoas que estão em uma fila. Os nomes serão informados na mesma ordem em que as pessoas se encontram na fila.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leia um nome qualquer e pesquise e imprima em que posição da fila essa pessoa se encontra. Se essa pessoa não for encontrada, informe ao usuário que ela não se encontra na fila.</a:t>
            </a:r>
          </a:p>
        </p:txBody>
      </p:sp>
      <p:sp>
        <p:nvSpPr>
          <p:cNvPr id="130053" name="CaixaDeTexto 6">
            <a:extLst>
              <a:ext uri="{FF2B5EF4-FFF2-40B4-BE49-F238E27FC236}">
                <a16:creationId xmlns:a16="http://schemas.microsoft.com/office/drawing/2014/main" id="{263E60BB-6CF1-4F61-961C-6CDB3AE2A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482876"/>
            <a:ext cx="5256213" cy="13223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b="1" u="sng"/>
              <a:t>Dica</a:t>
            </a:r>
            <a:r>
              <a:rPr lang="pt-BR" altLang="pt-BR"/>
              <a:t>: Utilize uma variável inteira para guardar a posição que a pessoa está na fila. Se esta variável permanecer zerada ao fim da pesquisa, a pessoa não estará na fila.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26CAAC-B4F2-42E0-AA34-6A2DDE2B9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2F2403-1FB0-4BF0-9F57-EAE715F503AE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8A07C3BF-C70D-4CD9-A2C5-7A20ED976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19</a:t>
            </a:r>
          </a:p>
        </p:txBody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1F615856-A4AF-4084-B838-EC8736C6D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332000"/>
            <a:ext cx="82073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e armazene na memória do computador os números de 100 bilhetes de loteria comprados por uma pessoa.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leia o número do bilhete sorteado no primeiro prêmio e pesquise e informe se a pessoa foi premiada ou não.</a:t>
            </a:r>
          </a:p>
        </p:txBody>
      </p:sp>
      <p:sp>
        <p:nvSpPr>
          <p:cNvPr id="135173" name="CaixaDeTexto 6">
            <a:extLst>
              <a:ext uri="{FF2B5EF4-FFF2-40B4-BE49-F238E27FC236}">
                <a16:creationId xmlns:a16="http://schemas.microsoft.com/office/drawing/2014/main" id="{F244BAA2-F8BF-4B95-ADC1-A1E19C234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4156075"/>
            <a:ext cx="4000500" cy="7080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b="1" u="sng" dirty="0"/>
              <a:t>Dica</a:t>
            </a:r>
            <a:r>
              <a:rPr lang="pt-BR" altLang="pt-BR" dirty="0"/>
              <a:t>: Utilize o mesmo raciocínio do exercício anterior.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3E383589-3AE4-4C72-A666-34330F1C7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957724-FE9E-4FA1-AD82-C9292ED70CB9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3760C769-1B80-4CC0-BC5D-1323BEA99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20</a:t>
            </a:r>
            <a:endParaRPr lang="pt-BR" altLang="pt-BR" sz="1700" dirty="0"/>
          </a:p>
        </p:txBody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61A3D482-A167-44B5-918F-3CFB8E608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175625" cy="2479675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10 números inteiros quaisquer.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imprima todos os números que são maiores que o último dos 10 números informados pelo usuário, e a média destes números.</a:t>
            </a:r>
          </a:p>
        </p:txBody>
      </p:sp>
      <p:sp>
        <p:nvSpPr>
          <p:cNvPr id="1392644" name="Rectangle 4">
            <a:extLst>
              <a:ext uri="{FF2B5EF4-FFF2-40B4-BE49-F238E27FC236}">
                <a16:creationId xmlns:a16="http://schemas.microsoft.com/office/drawing/2014/main" id="{3ABAF09D-3BCA-4629-BDBA-33BD80B72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4795838"/>
            <a:ext cx="6858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u="sng">
                <a:solidFill>
                  <a:srgbClr val="0000CC"/>
                </a:solidFill>
              </a:rPr>
              <a:t>Para testar</a:t>
            </a:r>
            <a:r>
              <a:rPr lang="pt-BR" altLang="pt-BR" sz="17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Valores informados: 5  8  12  4  3  98  100  25  63  15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Números impressos (último número informado 15):  98  100  25  63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CC"/>
                </a:solidFill>
              </a:rPr>
              <a:t>Média dos números impressos =  71.5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44" grpId="0" autoUpdateAnimBg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2744FCA-B657-4A93-A51A-4539C79BD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38E0FC-F991-485E-97BA-0CF6650F4E45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8124ACE1-A429-4407-8218-260018F53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229600" cy="2376487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20 números inteiros quaisquer.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imprima os números da seguinte forma: primeiro os que foram informados na sequência ímpar e depois os da sequência par.</a:t>
            </a:r>
          </a:p>
          <a:p>
            <a:pPr marL="0" indent="0" algn="just" eaLnBrk="1" hangingPunct="1"/>
            <a:endParaRPr lang="pt-BR" altLang="pt-BR" sz="2600" dirty="0"/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2CE3A9E5-6D33-47C0-B4DF-3D65680D9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22</a:t>
            </a:r>
          </a:p>
        </p:txBody>
      </p:sp>
      <p:sp>
        <p:nvSpPr>
          <p:cNvPr id="1400836" name="Rectangle 4">
            <a:extLst>
              <a:ext uri="{FF2B5EF4-FFF2-40B4-BE49-F238E27FC236}">
                <a16:creationId xmlns:a16="http://schemas.microsoft.com/office/drawing/2014/main" id="{C9FDB687-0603-4F59-A7C5-97426859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02250"/>
            <a:ext cx="7848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CC"/>
                </a:solidFill>
              </a:rPr>
              <a:t>Para testar</a:t>
            </a:r>
            <a:r>
              <a:rPr lang="pt-BR" altLang="pt-BR" sz="1500">
                <a:solidFill>
                  <a:srgbClr val="0000CC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Números informados:  8  6  15  9  1  36  102  65  21  34  7  4  14  24  46  47  51  37   96  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CC"/>
                </a:solidFill>
              </a:rPr>
              <a:t>Números impressos:  8  15  1  102  21  7  14  46  51  96  6  9  36  65  34  4  24  47  37  5</a:t>
            </a:r>
          </a:p>
        </p:txBody>
      </p:sp>
      <p:sp>
        <p:nvSpPr>
          <p:cNvPr id="141318" name="CaixaDeTexto 6">
            <a:extLst>
              <a:ext uri="{FF2B5EF4-FFF2-40B4-BE49-F238E27FC236}">
                <a16:creationId xmlns:a16="http://schemas.microsoft.com/office/drawing/2014/main" id="{B65B75E5-6423-4E1E-869D-3ED3B018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501008"/>
            <a:ext cx="5903912" cy="1016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b="1" u="sng" dirty="0"/>
              <a:t>Dica</a:t>
            </a:r>
            <a:r>
              <a:rPr lang="pt-BR" altLang="pt-BR" dirty="0"/>
              <a:t>: Se os 20 números foram armazenados em um vetor, a posição dos números no vetor é também a sequência que eles foram digitados.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0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0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0836" grpId="0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42669E-8121-4A54-B76D-35529CFD2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608520-1671-4EFC-B924-C4F01FABDB44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8375B74E-136D-4C45-A472-F3350746E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23</a:t>
            </a:r>
            <a:endParaRPr lang="pt-BR" altLang="pt-BR" sz="1700" dirty="0"/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FA589444-565F-4089-B059-3CBB95DBB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40640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armazenar em um vetor de 100 posições as placas dos carros de um edifício, e em outro vetor o nome do dono da vaga. O índice de cada posição dos dois vetores corresponde ao número da vaga na garagem do edifício.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solicite ao usuário uma placa de carro ou o nome de um morador e pesquise e informe qual o número da sua vaga.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Espaço Reservado para Número de Slide 3">
            <a:extLst>
              <a:ext uri="{FF2B5EF4-FFF2-40B4-BE49-F238E27FC236}">
                <a16:creationId xmlns:a16="http://schemas.microsoft.com/office/drawing/2014/main" id="{1026ECAD-B90F-48FD-BC1F-FCDE2A93A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24331D-7096-4650-9944-FC5A9BB317EC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0FD47A30-6775-44AE-B6C9-68EA41741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24</a:t>
            </a:r>
            <a:endParaRPr lang="pt-BR" altLang="pt-BR" sz="1700" dirty="0"/>
          </a:p>
        </p:txBody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3F252FC5-2A59-44D1-BDA7-2F3D48100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2119313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um vetor de 10 posições.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copie para outro vetor de 10 posições somente o conteúdo divisível por 3 do primeiro vetor. Ao fim do programa, imprima o segundo vetor. Vide exemplo abaixo.</a:t>
            </a:r>
          </a:p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pt-BR" altLang="pt-BR" sz="2600" dirty="0"/>
          </a:p>
        </p:txBody>
      </p:sp>
      <p:sp>
        <p:nvSpPr>
          <p:cNvPr id="149509" name="Rectangle 4">
            <a:extLst>
              <a:ext uri="{FF2B5EF4-FFF2-40B4-BE49-F238E27FC236}">
                <a16:creationId xmlns:a16="http://schemas.microsoft.com/office/drawing/2014/main" id="{CE56EC25-E9A9-43F2-AF31-D904D99F8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440113"/>
            <a:ext cx="657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200" b="1">
                <a:cs typeface="Times New Roman" panose="02020603050405020304" pitchFamily="18" charset="0"/>
              </a:rPr>
              <a:t>Vetor1</a:t>
            </a:r>
            <a:endParaRPr lang="pt-BR" altLang="pt-BR" sz="1800"/>
          </a:p>
        </p:txBody>
      </p:sp>
      <p:graphicFrame>
        <p:nvGraphicFramePr>
          <p:cNvPr id="1386674" name="Group 178">
            <a:extLst>
              <a:ext uri="{FF2B5EF4-FFF2-40B4-BE49-F238E27FC236}">
                <a16:creationId xmlns:a16="http://schemas.microsoft.com/office/drawing/2014/main" id="{32B909DA-304F-4B70-BF37-DC2AAA5BD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827165"/>
              </p:ext>
            </p:extLst>
          </p:nvPr>
        </p:nvGraphicFramePr>
        <p:xfrm>
          <a:off x="2268538" y="3714750"/>
          <a:ext cx="4319587" cy="581025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12</a:t>
                      </a: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9544" name="Rectangle 51">
            <a:extLst>
              <a:ext uri="{FF2B5EF4-FFF2-40B4-BE49-F238E27FC236}">
                <a16:creationId xmlns:a16="http://schemas.microsoft.com/office/drawing/2014/main" id="{E5512585-1B7E-4C55-BD5D-D59B80628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49545" name="AutoShape 52">
            <a:extLst>
              <a:ext uri="{FF2B5EF4-FFF2-40B4-BE49-F238E27FC236}">
                <a16:creationId xmlns:a16="http://schemas.microsoft.com/office/drawing/2014/main" id="{E248F812-B368-49C2-BEB0-BD3BA2E60DA8}"/>
              </a:ext>
            </a:extLst>
          </p:cNvPr>
          <p:cNvSpPr>
            <a:spLocks noChangeArrowheads="1"/>
          </p:cNvSpPr>
          <p:nvPr/>
        </p:nvSpPr>
        <p:spPr bwMode="auto">
          <a:xfrm rot="1126167">
            <a:off x="2559050" y="4216400"/>
            <a:ext cx="298450" cy="857250"/>
          </a:xfrm>
          <a:prstGeom prst="downArrow">
            <a:avLst>
              <a:gd name="adj1" fmla="val 19204"/>
              <a:gd name="adj2" fmla="val 56051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49546" name="Rectangle 53">
            <a:extLst>
              <a:ext uri="{FF2B5EF4-FFF2-40B4-BE49-F238E27FC236}">
                <a16:creationId xmlns:a16="http://schemas.microsoft.com/office/drawing/2014/main" id="{51AAC2FE-CE18-4772-82F5-24AEC9235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607050"/>
            <a:ext cx="657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200" b="1">
                <a:cs typeface="Times New Roman" panose="02020603050405020304" pitchFamily="18" charset="0"/>
              </a:rPr>
              <a:t>Vetor2</a:t>
            </a:r>
            <a:endParaRPr lang="pt-BR" altLang="pt-BR" sz="1800"/>
          </a:p>
        </p:txBody>
      </p:sp>
      <p:graphicFrame>
        <p:nvGraphicFramePr>
          <p:cNvPr id="1386675" name="Group 179">
            <a:extLst>
              <a:ext uri="{FF2B5EF4-FFF2-40B4-BE49-F238E27FC236}">
                <a16:creationId xmlns:a16="http://schemas.microsoft.com/office/drawing/2014/main" id="{B7124F08-0D63-4F9F-9A2A-0DA9B83CD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91506"/>
              </p:ext>
            </p:extLst>
          </p:nvPr>
        </p:nvGraphicFramePr>
        <p:xfrm>
          <a:off x="2339975" y="5126038"/>
          <a:ext cx="4305300" cy="517528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4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12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562" marB="45562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9581" name="AutoShape 52">
            <a:extLst>
              <a:ext uri="{FF2B5EF4-FFF2-40B4-BE49-F238E27FC236}">
                <a16:creationId xmlns:a16="http://schemas.microsoft.com/office/drawing/2014/main" id="{C516D47C-55B1-46A7-B96D-B31AF915892A}"/>
              </a:ext>
            </a:extLst>
          </p:cNvPr>
          <p:cNvSpPr>
            <a:spLocks noChangeArrowheads="1"/>
          </p:cNvSpPr>
          <p:nvPr/>
        </p:nvSpPr>
        <p:spPr bwMode="auto">
          <a:xfrm rot="2479492">
            <a:off x="3194050" y="4117975"/>
            <a:ext cx="298450" cy="1081088"/>
          </a:xfrm>
          <a:prstGeom prst="downArrow">
            <a:avLst>
              <a:gd name="adj1" fmla="val 19204"/>
              <a:gd name="adj2" fmla="val 5613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49582" name="AutoShape 52">
            <a:extLst>
              <a:ext uri="{FF2B5EF4-FFF2-40B4-BE49-F238E27FC236}">
                <a16:creationId xmlns:a16="http://schemas.microsoft.com/office/drawing/2014/main" id="{E13EDBAC-24C5-480D-8DA8-06309CC71D25}"/>
              </a:ext>
            </a:extLst>
          </p:cNvPr>
          <p:cNvSpPr>
            <a:spLocks noChangeArrowheads="1"/>
          </p:cNvSpPr>
          <p:nvPr/>
        </p:nvSpPr>
        <p:spPr bwMode="auto">
          <a:xfrm rot="3141763">
            <a:off x="3895726" y="3954462"/>
            <a:ext cx="298450" cy="1355725"/>
          </a:xfrm>
          <a:prstGeom prst="downArrow">
            <a:avLst>
              <a:gd name="adj1" fmla="val 19204"/>
              <a:gd name="adj2" fmla="val 5613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49583" name="AutoShape 52">
            <a:extLst>
              <a:ext uri="{FF2B5EF4-FFF2-40B4-BE49-F238E27FC236}">
                <a16:creationId xmlns:a16="http://schemas.microsoft.com/office/drawing/2014/main" id="{BF34B7A3-7AA0-4D3A-B6FB-16FB0875A1C6}"/>
              </a:ext>
            </a:extLst>
          </p:cNvPr>
          <p:cNvSpPr>
            <a:spLocks noChangeArrowheads="1"/>
          </p:cNvSpPr>
          <p:nvPr/>
        </p:nvSpPr>
        <p:spPr bwMode="auto">
          <a:xfrm rot="3988265">
            <a:off x="4733926" y="3589337"/>
            <a:ext cx="298450" cy="2047875"/>
          </a:xfrm>
          <a:prstGeom prst="downArrow">
            <a:avLst>
              <a:gd name="adj1" fmla="val 19204"/>
              <a:gd name="adj2" fmla="val 561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Espaço Reservado para Número de Slide 3">
            <a:extLst>
              <a:ext uri="{FF2B5EF4-FFF2-40B4-BE49-F238E27FC236}">
                <a16:creationId xmlns:a16="http://schemas.microsoft.com/office/drawing/2014/main" id="{31E9C670-7874-4F7B-871D-8290E6B42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FA14C2-29DB-4CA0-8988-3F866B7A5355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128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D4ABABB8-693F-4954-9D96-95A8BA0AD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25</a:t>
            </a:r>
            <a:endParaRPr lang="pt-BR" altLang="pt-BR" sz="1700" dirty="0"/>
          </a:p>
        </p:txBody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1334E5F2-6D59-4793-ABE2-5C153D046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332000"/>
            <a:ext cx="8382000" cy="3222104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que leia o nome e a pontuação final das 20 equipes que compõe a séria A do campeonato brasileiro de futebol. </a:t>
            </a:r>
            <a:r>
              <a:rPr lang="pt-BR" altLang="pt-BR" sz="2600" b="1" u="sng" dirty="0"/>
              <a:t>Depois</a:t>
            </a:r>
            <a:r>
              <a:rPr lang="pt-BR" altLang="pt-BR" sz="2600" dirty="0"/>
              <a:t>, o programa deverá ordenar estas equipes em ordem decrescente pela pontuação, solicitar ao usuário o nome de uma equipe e pesquisar em que posição ela ficou no campeonato, e a situação dela seguindo a tabela abaixo:</a:t>
            </a:r>
          </a:p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pt-BR" altLang="pt-BR" sz="2600" dirty="0"/>
          </a:p>
        </p:txBody>
      </p:sp>
      <p:sp>
        <p:nvSpPr>
          <p:cNvPr id="151557" name="Rectangle 51">
            <a:extLst>
              <a:ext uri="{FF2B5EF4-FFF2-40B4-BE49-F238E27FC236}">
                <a16:creationId xmlns:a16="http://schemas.microsoft.com/office/drawing/2014/main" id="{14361EE2-0CF1-43B5-A2F5-B32B40B52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graphicFrame>
        <p:nvGraphicFramePr>
          <p:cNvPr id="11" name="Group 6">
            <a:extLst>
              <a:ext uri="{FF2B5EF4-FFF2-40B4-BE49-F238E27FC236}">
                <a16:creationId xmlns:a16="http://schemas.microsoft.com/office/drawing/2014/main" id="{309AEC1D-B627-4F02-A1E6-62C57F766E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7893547"/>
              </p:ext>
            </p:extLst>
          </p:nvPr>
        </p:nvGraphicFramePr>
        <p:xfrm>
          <a:off x="1571625" y="4664992"/>
          <a:ext cx="6189663" cy="1284288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POSIÇÃO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SITUAÇÃO</a:t>
                      </a:r>
                      <a:endParaRPr kumimoji="0" lang="pt-B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a 4 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Copa Libertadores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 a 12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Copa Sul-americana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 a 20 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Rebaixada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46F10-9925-49CB-8703-052C90A5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9E672-EA50-4081-A24B-B9C719C30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332000"/>
            <a:ext cx="8229600" cy="4530725"/>
          </a:xfrm>
        </p:spPr>
        <p:txBody>
          <a:bodyPr/>
          <a:lstStyle/>
          <a:p>
            <a:pPr marL="0" indent="0" algn="just">
              <a:buNone/>
            </a:pPr>
            <a:r>
              <a:rPr lang="pt-BR" sz="2600" dirty="0"/>
              <a:t>Faça um programa que leia uma frase curta e a imprima de novo com cada palavra da frase em uma linha, sendo que a primeira letra de cada palavra deverá estar em maiúscula e o restante da palavra em minúsculo.</a:t>
            </a:r>
          </a:p>
          <a:p>
            <a:pPr marL="0" indent="0" algn="just">
              <a:buNone/>
            </a:pPr>
            <a:endParaRPr lang="pt-BR" sz="2600" dirty="0"/>
          </a:p>
          <a:p>
            <a:pPr marL="0" indent="0" algn="just">
              <a:buNone/>
            </a:pPr>
            <a:r>
              <a:rPr lang="pt-BR" sz="2600" u="sng" dirty="0"/>
              <a:t>Exemplo de frase</a:t>
            </a:r>
            <a:r>
              <a:rPr lang="pt-BR" sz="2600" dirty="0"/>
              <a:t>:</a:t>
            </a:r>
          </a:p>
          <a:p>
            <a:pPr marL="0" indent="0" algn="just">
              <a:buNone/>
            </a:pPr>
            <a:r>
              <a:rPr lang="pt-BR" sz="2600" dirty="0"/>
              <a:t>Eu sou torcedor do galão da massa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AFC7BB-A988-4290-9564-C59F37860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129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102988-A66F-4999-940D-529214F79117}"/>
              </a:ext>
            </a:extLst>
          </p:cNvPr>
          <p:cNvSpPr txBox="1"/>
          <p:nvPr/>
        </p:nvSpPr>
        <p:spPr>
          <a:xfrm>
            <a:off x="6427861" y="3230974"/>
            <a:ext cx="210457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Impressão:</a:t>
            </a:r>
          </a:p>
          <a:p>
            <a:endParaRPr lang="pt-BR" dirty="0"/>
          </a:p>
          <a:p>
            <a:pPr marL="0" indent="0" algn="just">
              <a:buNone/>
            </a:pPr>
            <a:r>
              <a:rPr lang="pt-BR" b="1" dirty="0"/>
              <a:t>E</a:t>
            </a:r>
            <a:r>
              <a:rPr lang="pt-BR" dirty="0"/>
              <a:t>u </a:t>
            </a:r>
          </a:p>
          <a:p>
            <a:pPr marL="0" indent="0" algn="just">
              <a:buNone/>
            </a:pPr>
            <a:r>
              <a:rPr lang="pt-BR" b="1" dirty="0"/>
              <a:t>S</a:t>
            </a:r>
            <a:r>
              <a:rPr lang="pt-BR" dirty="0"/>
              <a:t>ou </a:t>
            </a:r>
          </a:p>
          <a:p>
            <a:pPr marL="0" indent="0" algn="just">
              <a:buNone/>
            </a:pPr>
            <a:r>
              <a:rPr lang="pt-BR" b="1" dirty="0"/>
              <a:t>T</a:t>
            </a:r>
            <a:r>
              <a:rPr lang="pt-BR" dirty="0"/>
              <a:t>orcedor </a:t>
            </a:r>
          </a:p>
          <a:p>
            <a:pPr marL="0" indent="0" algn="just">
              <a:buNone/>
            </a:pPr>
            <a:r>
              <a:rPr lang="pt-BR" b="1" dirty="0"/>
              <a:t>D</a:t>
            </a:r>
            <a:r>
              <a:rPr lang="pt-BR" dirty="0"/>
              <a:t>o </a:t>
            </a:r>
          </a:p>
          <a:p>
            <a:pPr marL="0" indent="0" algn="just">
              <a:buNone/>
            </a:pPr>
            <a:r>
              <a:rPr lang="pt-BR" b="1" dirty="0"/>
              <a:t>G</a:t>
            </a:r>
            <a:r>
              <a:rPr lang="pt-BR" dirty="0"/>
              <a:t>alão </a:t>
            </a:r>
          </a:p>
          <a:p>
            <a:pPr marL="0" indent="0" algn="just">
              <a:buNone/>
            </a:pPr>
            <a:r>
              <a:rPr lang="pt-BR" b="1" dirty="0"/>
              <a:t>D</a:t>
            </a:r>
            <a:r>
              <a:rPr lang="pt-BR" dirty="0"/>
              <a:t>a </a:t>
            </a:r>
          </a:p>
          <a:p>
            <a:pPr marL="0" indent="0" algn="just">
              <a:buNone/>
            </a:pPr>
            <a:r>
              <a:rPr lang="pt-BR" b="1" dirty="0"/>
              <a:t>M</a:t>
            </a:r>
            <a:r>
              <a:rPr lang="pt-BR" dirty="0"/>
              <a:t>assa</a:t>
            </a:r>
          </a:p>
        </p:txBody>
      </p:sp>
    </p:spTree>
    <p:extLst>
      <p:ext uri="{BB962C8B-B14F-4D97-AF65-F5344CB8AC3E}">
        <p14:creationId xmlns:p14="http://schemas.microsoft.com/office/powerpoint/2010/main" val="297691923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130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DINÂMICAS</a:t>
            </a:r>
            <a:endParaRPr lang="pt-BR" altLang="pt-BR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Uma lista dinâmica é composta por vários itens encadeados, que podem ser acessados isoladamente;</a:t>
            </a:r>
          </a:p>
          <a:p>
            <a:pPr eaLnBrk="1" hangingPunct="1">
              <a:spcBef>
                <a:spcPts val="1200"/>
              </a:spcBef>
            </a:pPr>
            <a:endParaRPr lang="pt-BR" altLang="pt-BR" sz="2000" b="1" dirty="0"/>
          </a:p>
          <a:p>
            <a:pPr eaLnBrk="1" hangingPunct="1">
              <a:spcBef>
                <a:spcPts val="1200"/>
              </a:spcBef>
            </a:pPr>
            <a:endParaRPr lang="pt-BR" altLang="pt-BR" sz="2000" b="1" dirty="0"/>
          </a:p>
          <a:p>
            <a:pPr eaLnBrk="1" hangingPunct="1">
              <a:spcBef>
                <a:spcPts val="1200"/>
              </a:spcBef>
            </a:pPr>
            <a:endParaRPr lang="pt-BR" altLang="pt-BR" sz="2000" b="1" dirty="0"/>
          </a:p>
          <a:p>
            <a:pPr eaLnBrk="1" hangingPunct="1">
              <a:spcBef>
                <a:spcPts val="1200"/>
              </a:spcBef>
            </a:pPr>
            <a:endParaRPr lang="pt-BR" altLang="pt-BR" sz="2000" b="1" dirty="0"/>
          </a:p>
          <a:p>
            <a:pPr eaLnBrk="1" hangingPunct="1">
              <a:spcBef>
                <a:spcPts val="1200"/>
              </a:spcBef>
            </a:pPr>
            <a:endParaRPr lang="pt-BR" altLang="pt-BR" sz="2000" b="1" dirty="0"/>
          </a:p>
          <a:p>
            <a:r>
              <a:rPr lang="pt-BR" sz="2400" dirty="0"/>
              <a:t>Legenda:</a:t>
            </a:r>
          </a:p>
          <a:p>
            <a:pPr lvl="1"/>
            <a:r>
              <a:rPr lang="pt-BR" sz="2000" b="1" dirty="0"/>
              <a:t>Id</a:t>
            </a:r>
            <a:r>
              <a:rPr lang="pt-BR" sz="2000" dirty="0"/>
              <a:t>: endereço físico do item da lista;</a:t>
            </a:r>
          </a:p>
          <a:p>
            <a:pPr lvl="1"/>
            <a:r>
              <a:rPr lang="pt-BR" sz="2000" b="1" dirty="0"/>
              <a:t>Dado</a:t>
            </a:r>
            <a:r>
              <a:rPr lang="pt-BR" sz="2000" dirty="0"/>
              <a:t>: dado armazenado na lista;</a:t>
            </a:r>
          </a:p>
          <a:p>
            <a:pPr lvl="1"/>
            <a:r>
              <a:rPr lang="pt-BR" sz="2000" b="1" dirty="0" err="1"/>
              <a:t>next</a:t>
            </a:r>
            <a:r>
              <a:rPr lang="pt-BR" sz="2000" b="1" dirty="0"/>
              <a:t> Id</a:t>
            </a:r>
            <a:r>
              <a:rPr lang="pt-BR" sz="2000" dirty="0"/>
              <a:t>: endereço físico do próximo item da lista;</a:t>
            </a:r>
          </a:p>
          <a:p>
            <a:pPr eaLnBrk="1" hangingPunct="1">
              <a:spcBef>
                <a:spcPts val="1200"/>
              </a:spcBef>
            </a:pPr>
            <a:endParaRPr lang="pt-BR" altLang="pt-BR" sz="2000" b="1" dirty="0"/>
          </a:p>
        </p:txBody>
      </p:sp>
      <p:graphicFrame>
        <p:nvGraphicFramePr>
          <p:cNvPr id="5" name="Tabela 7">
            <a:extLst>
              <a:ext uri="{FF2B5EF4-FFF2-40B4-BE49-F238E27FC236}">
                <a16:creationId xmlns:a16="http://schemas.microsoft.com/office/drawing/2014/main" id="{4BBEF6D9-D925-49FD-8644-6ED2A8D87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796648"/>
              </p:ext>
            </p:extLst>
          </p:nvPr>
        </p:nvGraphicFramePr>
        <p:xfrm>
          <a:off x="1115616" y="2401143"/>
          <a:ext cx="1031776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3349704908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95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3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next</a:t>
                      </a:r>
                      <a:r>
                        <a:rPr lang="pt-BR" b="1" dirty="0"/>
                        <a:t>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968535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5331D14-2F85-4EC8-9232-AE10F953E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818046"/>
              </p:ext>
            </p:extLst>
          </p:nvPr>
        </p:nvGraphicFramePr>
        <p:xfrm>
          <a:off x="2964160" y="2401143"/>
          <a:ext cx="1031776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3349704908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95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6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next</a:t>
                      </a:r>
                      <a:r>
                        <a:rPr lang="pt-BR" b="1" dirty="0"/>
                        <a:t>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968535"/>
                  </a:ext>
                </a:extLst>
              </a:tr>
            </a:tbl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488F546-D954-4BC3-8E35-247B6129EAAC}"/>
              </a:ext>
            </a:extLst>
          </p:cNvPr>
          <p:cNvCxnSpPr>
            <a:cxnSpLocks/>
          </p:cNvCxnSpPr>
          <p:nvPr/>
        </p:nvCxnSpPr>
        <p:spPr bwMode="auto">
          <a:xfrm flipV="1">
            <a:off x="2051720" y="2646972"/>
            <a:ext cx="754088" cy="69027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DE9D48-DAD2-4448-BE5F-B5A1B8E05F0E}"/>
              </a:ext>
            </a:extLst>
          </p:cNvPr>
          <p:cNvSpPr txBox="1"/>
          <p:nvPr/>
        </p:nvSpPr>
        <p:spPr>
          <a:xfrm>
            <a:off x="1211374" y="3625279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Item 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1C49E7-FFB8-4854-9A9D-5C8BF0B4D67D}"/>
              </a:ext>
            </a:extLst>
          </p:cNvPr>
          <p:cNvSpPr txBox="1"/>
          <p:nvPr/>
        </p:nvSpPr>
        <p:spPr>
          <a:xfrm>
            <a:off x="3059832" y="360553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Item 1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6D616838-9F43-4F70-A532-92B0B323F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207258"/>
              </p:ext>
            </p:extLst>
          </p:nvPr>
        </p:nvGraphicFramePr>
        <p:xfrm>
          <a:off x="4836368" y="2401143"/>
          <a:ext cx="1031776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3349704908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95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263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next</a:t>
                      </a:r>
                      <a:r>
                        <a:rPr lang="pt-BR" b="1" dirty="0"/>
                        <a:t>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968535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ED6725E4-3EBF-428F-99D2-C2B5E7555A32}"/>
              </a:ext>
            </a:extLst>
          </p:cNvPr>
          <p:cNvSpPr txBox="1"/>
          <p:nvPr/>
        </p:nvSpPr>
        <p:spPr>
          <a:xfrm>
            <a:off x="4932040" y="360553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Item 2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3AB5AE4A-07C5-49EB-A87B-5C2DA30A4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69130"/>
              </p:ext>
            </p:extLst>
          </p:nvPr>
        </p:nvGraphicFramePr>
        <p:xfrm>
          <a:off x="6708576" y="2401143"/>
          <a:ext cx="1031776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3349704908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95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73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null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968535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BA69ED-9D2A-4261-A088-B1D11C7387DF}"/>
              </a:ext>
            </a:extLst>
          </p:cNvPr>
          <p:cNvSpPr txBox="1"/>
          <p:nvPr/>
        </p:nvSpPr>
        <p:spPr>
          <a:xfrm>
            <a:off x="6804248" y="360553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Item 3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F9A35EB-7C64-44C7-BFF5-8D4357EF388A}"/>
              </a:ext>
            </a:extLst>
          </p:cNvPr>
          <p:cNvCxnSpPr>
            <a:cxnSpLocks/>
          </p:cNvCxnSpPr>
          <p:nvPr/>
        </p:nvCxnSpPr>
        <p:spPr bwMode="auto">
          <a:xfrm flipV="1">
            <a:off x="3923928" y="2646972"/>
            <a:ext cx="754088" cy="69027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63E4E96-92CA-4865-8663-A17ECFAEACD5}"/>
              </a:ext>
            </a:extLst>
          </p:cNvPr>
          <p:cNvCxnSpPr>
            <a:cxnSpLocks/>
          </p:cNvCxnSpPr>
          <p:nvPr/>
        </p:nvCxnSpPr>
        <p:spPr bwMode="auto">
          <a:xfrm flipV="1">
            <a:off x="5834136" y="2646972"/>
            <a:ext cx="754088" cy="69027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4693411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131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DINÂMICAS</a:t>
            </a:r>
            <a:endParaRPr lang="pt-BR" altLang="pt-BR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Declaração genérica de uma lista dinâmica:</a:t>
            </a:r>
          </a:p>
          <a:p>
            <a:pPr eaLnBrk="1" hangingPunct="1">
              <a:spcBef>
                <a:spcPts val="1200"/>
              </a:spcBef>
            </a:pPr>
            <a:endParaRPr lang="pt-BR" altLang="pt-BR" sz="500" dirty="0"/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pt-BR" altLang="pt-BR" sz="2800" b="1" dirty="0" err="1">
                <a:solidFill>
                  <a:srgbClr val="0000FF"/>
                </a:solidFill>
              </a:rPr>
              <a:t>List</a:t>
            </a:r>
            <a:r>
              <a:rPr lang="pt-BR" altLang="pt-BR" sz="2800" b="1" dirty="0">
                <a:solidFill>
                  <a:srgbClr val="0000FF"/>
                </a:solidFill>
              </a:rPr>
              <a:t>&lt;TIPO&gt; NOME = new </a:t>
            </a:r>
            <a:r>
              <a:rPr lang="pt-BR" altLang="pt-BR" sz="2800" b="1" dirty="0" err="1">
                <a:solidFill>
                  <a:srgbClr val="0000FF"/>
                </a:solidFill>
              </a:rPr>
              <a:t>ArrayList</a:t>
            </a:r>
            <a:r>
              <a:rPr lang="pt-BR" altLang="pt-BR" sz="2800" b="1" dirty="0">
                <a:solidFill>
                  <a:srgbClr val="0000FF"/>
                </a:solidFill>
              </a:rPr>
              <a:t>&lt;TIPO&gt;();</a:t>
            </a:r>
          </a:p>
          <a:p>
            <a:pPr marL="982663" lvl="2" indent="-285750" eaLnBrk="1" hangingPunct="1"/>
            <a:r>
              <a:rPr lang="pt-BR" altLang="pt-BR" sz="1600" b="1" i="1" dirty="0">
                <a:solidFill>
                  <a:srgbClr val="FF0000"/>
                </a:solidFill>
              </a:rPr>
              <a:t>TIPO</a:t>
            </a:r>
            <a:r>
              <a:rPr lang="pt-BR" altLang="pt-BR" sz="1600" i="1" dirty="0">
                <a:solidFill>
                  <a:srgbClr val="FF0000"/>
                </a:solidFill>
              </a:rPr>
              <a:t> deve ser um tipo de dados do Java como </a:t>
            </a:r>
            <a:r>
              <a:rPr lang="pt-BR" altLang="pt-BR" sz="1600" b="1" i="1" dirty="0" err="1">
                <a:solidFill>
                  <a:srgbClr val="FF0000"/>
                </a:solidFill>
              </a:rPr>
              <a:t>int</a:t>
            </a:r>
            <a:r>
              <a:rPr lang="pt-BR" altLang="pt-BR" sz="1600" i="1" dirty="0">
                <a:solidFill>
                  <a:srgbClr val="FF0000"/>
                </a:solidFill>
              </a:rPr>
              <a:t>, </a:t>
            </a:r>
            <a:r>
              <a:rPr lang="pt-BR" altLang="pt-BR" sz="1600" b="1" i="1" dirty="0" err="1">
                <a:solidFill>
                  <a:srgbClr val="FF0000"/>
                </a:solidFill>
              </a:rPr>
              <a:t>float</a:t>
            </a:r>
            <a:r>
              <a:rPr lang="pt-BR" altLang="pt-BR" sz="1600" i="1" dirty="0">
                <a:solidFill>
                  <a:srgbClr val="FF0000"/>
                </a:solidFill>
              </a:rPr>
              <a:t>, </a:t>
            </a:r>
            <a:r>
              <a:rPr lang="pt-BR" altLang="pt-BR" sz="1600" b="1" i="1" dirty="0" err="1">
                <a:solidFill>
                  <a:srgbClr val="FF0000"/>
                </a:solidFill>
              </a:rPr>
              <a:t>double</a:t>
            </a:r>
            <a:r>
              <a:rPr lang="pt-BR" altLang="pt-BR" sz="1600" i="1" dirty="0">
                <a:solidFill>
                  <a:srgbClr val="FF0000"/>
                </a:solidFill>
              </a:rPr>
              <a:t>, </a:t>
            </a:r>
            <a:r>
              <a:rPr lang="pt-BR" altLang="pt-BR" sz="1600" b="1" i="1" dirty="0">
                <a:solidFill>
                  <a:srgbClr val="FF0000"/>
                </a:solidFill>
              </a:rPr>
              <a:t>char</a:t>
            </a:r>
            <a:r>
              <a:rPr lang="pt-BR" altLang="pt-BR" sz="1600" i="1" dirty="0">
                <a:solidFill>
                  <a:srgbClr val="FF0000"/>
                </a:solidFill>
              </a:rPr>
              <a:t>, </a:t>
            </a:r>
            <a:r>
              <a:rPr lang="pt-BR" altLang="pt-BR" sz="1600" b="1" i="1" dirty="0" err="1">
                <a:solidFill>
                  <a:srgbClr val="FF0000"/>
                </a:solidFill>
              </a:rPr>
              <a:t>String</a:t>
            </a:r>
            <a:r>
              <a:rPr lang="pt-BR" altLang="pt-BR" sz="1600" i="1" dirty="0">
                <a:solidFill>
                  <a:srgbClr val="FF0000"/>
                </a:solidFill>
              </a:rPr>
              <a:t>, etc., ou até uma classe.</a:t>
            </a:r>
            <a:endParaRPr lang="pt-BR" altLang="pt-BR" sz="1600" b="1" i="1" u="sng" dirty="0">
              <a:solidFill>
                <a:srgbClr val="FF0000"/>
              </a:solidFill>
            </a:endParaRPr>
          </a:p>
          <a:p>
            <a:pPr marL="982663" lvl="2" indent="-285750" eaLnBrk="1" hangingPunct="1"/>
            <a:endParaRPr lang="pt-BR" altLang="pt-BR" sz="1600" b="1" i="1" u="sng" dirty="0">
              <a:solidFill>
                <a:srgbClr val="FF0000"/>
              </a:solidFill>
            </a:endParaRPr>
          </a:p>
          <a:p>
            <a:pPr marL="982663" lvl="2" indent="-285750" eaLnBrk="1" hangingPunct="1"/>
            <a:endParaRPr lang="pt-BR" altLang="pt-BR" sz="1600" b="1" i="1" u="sng" dirty="0">
              <a:solidFill>
                <a:srgbClr val="FF0000"/>
              </a:solidFill>
            </a:endParaRPr>
          </a:p>
          <a:p>
            <a:r>
              <a:rPr lang="pt-BR" sz="2400" dirty="0"/>
              <a:t>Para utilizar-se de listas dinâmicas dentro de seu programa (ou classe), as classes abaixo devem ser importadas:</a:t>
            </a:r>
          </a:p>
          <a:p>
            <a:pPr lvl="1"/>
            <a:r>
              <a:rPr lang="pt-BR" sz="18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8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java.util.ArrayList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pt-BR" sz="18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8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java.util.List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03213" indent="-285750" eaLnBrk="1" hangingPunct="1"/>
            <a:endParaRPr lang="pt-BR" altLang="pt-BR" sz="2400" b="1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48720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132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(Adicionar – Método </a:t>
            </a:r>
            <a:r>
              <a:rPr lang="pt-BR" sz="2200" b="1" dirty="0" err="1"/>
              <a:t>add</a:t>
            </a:r>
            <a:r>
              <a:rPr lang="pt-BR" sz="2200" dirty="0"/>
              <a:t>)</a:t>
            </a:r>
            <a:endParaRPr lang="pt-BR" altLang="pt-BR" sz="2200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Para </a:t>
            </a:r>
            <a:r>
              <a:rPr lang="pt-BR" altLang="pt-BR" sz="2400" u="sng" dirty="0"/>
              <a:t>adicionar</a:t>
            </a:r>
            <a:r>
              <a:rPr lang="pt-BR" altLang="pt-BR" sz="2400" dirty="0"/>
              <a:t> itens (conteúdos) a lista utiliza-se o método </a:t>
            </a:r>
            <a:r>
              <a:rPr lang="pt-BR" altLang="pt-BR" sz="2400" b="1" dirty="0" err="1"/>
              <a:t>add</a:t>
            </a:r>
            <a:r>
              <a:rPr lang="pt-BR" altLang="pt-BR" sz="2400" dirty="0"/>
              <a:t>:</a:t>
            </a: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pt-BR" altLang="pt-BR" sz="2400" b="1" dirty="0">
                <a:solidFill>
                  <a:srgbClr val="FF0000"/>
                </a:solidFill>
              </a:rPr>
              <a:t>O item é sempre adicionado ao fim da lista.</a:t>
            </a:r>
            <a:endParaRPr lang="pt-BR" altLang="pt-BR" sz="2800" b="1" dirty="0">
              <a:solidFill>
                <a:srgbClr val="FF0000"/>
              </a:solidFill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725E7DA-CA0C-44D0-9ABF-7B6BEDE54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56" y="2348880"/>
            <a:ext cx="8446319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 </a:t>
            </a:r>
            <a:r>
              <a:rPr lang="pt-BR" altLang="pt-BR" sz="2400" b="1" dirty="0">
                <a:latin typeface="Courier New" panose="02070309020205020404" pitchFamily="49" charset="0"/>
              </a:rPr>
              <a:t>lista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ArrayList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&gt;(); 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latin typeface="Courier New" panose="02070309020205020404" pitchFamily="49" charset="0"/>
              </a:rPr>
              <a:t>lista.add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"Ricardo"</a:t>
            </a:r>
            <a:r>
              <a:rPr lang="pt-BR" altLang="pt-BR" sz="24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 = 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"Ricardo"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latin typeface="Courier New" panose="02070309020205020404" pitchFamily="49" charset="0"/>
              </a:rPr>
              <a:t>lista.add</a:t>
            </a:r>
            <a:r>
              <a:rPr lang="pt-BR" altLang="pt-BR" sz="2400" dirty="0">
                <a:latin typeface="Courier New" panose="02070309020205020404" pitchFamily="49" charset="0"/>
              </a:rPr>
              <a:t>(nome);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52121797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(Adicionar – Método </a:t>
            </a:r>
            <a:r>
              <a:rPr lang="pt-BR" sz="2200" b="1" dirty="0" err="1"/>
              <a:t>add</a:t>
            </a:r>
            <a:r>
              <a:rPr lang="pt-BR" sz="22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39" y="1052736"/>
            <a:ext cx="8028385" cy="5078189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java.util.ArrayList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ListaDinamicaAdicionarImprimir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teclado = 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t-BR" sz="14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DECLARAÇÃO DE UMA LISTA DINÂMICA DE STRING 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</a:t>
            </a:r>
            <a:r>
              <a:rPr lang="pt-BR" sz="1400" kern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"Digite um nome (X para encerrar): 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nome =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// ADICIONA O NOME NA LISTA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listaNomes.add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(nome)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133</a:t>
            </a:fld>
            <a:endParaRPr lang="pt-BR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0BEEF22-F35A-4EC6-83E0-00003E78840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56893" y="4114080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423D1F-9606-4B3E-9788-9CCA9C87F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052736"/>
            <a:ext cx="3168352" cy="576064"/>
          </a:xfrm>
          <a:prstGeom prst="flowChartAlternateProcess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7978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134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46319" cy="1139825"/>
          </a:xfrm>
        </p:spPr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(Imprimir – Métodos </a:t>
            </a:r>
            <a:r>
              <a:rPr lang="pt-BR" sz="2200" b="1" dirty="0" err="1"/>
              <a:t>get</a:t>
            </a:r>
            <a:r>
              <a:rPr lang="pt-BR" sz="2200" b="1" dirty="0"/>
              <a:t> </a:t>
            </a:r>
            <a:r>
              <a:rPr lang="pt-BR" sz="2200" dirty="0"/>
              <a:t>e</a:t>
            </a:r>
            <a:r>
              <a:rPr lang="pt-BR" sz="2200" b="1" dirty="0"/>
              <a:t> </a:t>
            </a:r>
            <a:r>
              <a:rPr lang="pt-BR" sz="2200" b="1" dirty="0" err="1"/>
              <a:t>size</a:t>
            </a:r>
            <a:r>
              <a:rPr lang="pt-BR" sz="2200" dirty="0"/>
              <a:t>)</a:t>
            </a:r>
            <a:endParaRPr lang="pt-BR" altLang="pt-BR" sz="2200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Para </a:t>
            </a:r>
            <a:r>
              <a:rPr lang="pt-BR" altLang="pt-BR" sz="2400" u="sng" dirty="0"/>
              <a:t>recuperar</a:t>
            </a:r>
            <a:r>
              <a:rPr lang="pt-BR" altLang="pt-BR" sz="2400" dirty="0"/>
              <a:t> itens (conteúdos) da lista utiliza-se o método </a:t>
            </a:r>
            <a:r>
              <a:rPr lang="pt-BR" altLang="pt-BR" sz="2400" b="1" dirty="0" err="1"/>
              <a:t>get</a:t>
            </a:r>
            <a:r>
              <a:rPr lang="pt-BR" altLang="pt-BR" sz="2400" dirty="0"/>
              <a:t> seguido do </a:t>
            </a:r>
            <a:r>
              <a:rPr lang="pt-BR" altLang="pt-BR" sz="2400" b="1" dirty="0"/>
              <a:t>índice</a:t>
            </a:r>
            <a:r>
              <a:rPr lang="pt-BR" altLang="pt-BR" sz="2400" dirty="0"/>
              <a:t> do item:</a:t>
            </a: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endParaRPr lang="pt-BR" altLang="pt-BR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pt-BR" altLang="pt-BR" sz="2400" b="1" dirty="0">
                <a:solidFill>
                  <a:srgbClr val="FF0000"/>
                </a:solidFill>
              </a:rPr>
              <a:t>Os itens da lista começam no índice 0;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400" b="1" dirty="0">
                <a:solidFill>
                  <a:srgbClr val="FF0000"/>
                </a:solidFill>
              </a:rPr>
              <a:t>O método </a:t>
            </a:r>
            <a:r>
              <a:rPr lang="pt-BR" altLang="pt-BR" sz="2400" b="1" dirty="0" err="1">
                <a:solidFill>
                  <a:srgbClr val="0000FF"/>
                </a:solidFill>
              </a:rPr>
              <a:t>size</a:t>
            </a:r>
            <a:r>
              <a:rPr lang="pt-BR" altLang="pt-BR" sz="2400" b="1" dirty="0">
                <a:solidFill>
                  <a:srgbClr val="0000FF"/>
                </a:solidFill>
              </a:rPr>
              <a:t>() </a:t>
            </a:r>
            <a:r>
              <a:rPr lang="pt-BR" altLang="pt-BR" sz="2400" b="1" dirty="0">
                <a:solidFill>
                  <a:srgbClr val="FF0000"/>
                </a:solidFill>
              </a:rPr>
              <a:t>retorna o tamanho da lista.</a:t>
            </a:r>
            <a:endParaRPr lang="pt-BR" altLang="pt-BR" sz="2800" b="1" dirty="0">
              <a:solidFill>
                <a:srgbClr val="FF0000"/>
              </a:solidFill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725E7DA-CA0C-44D0-9ABF-7B6BEDE54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56" y="2312243"/>
            <a:ext cx="8589640" cy="26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 </a:t>
            </a:r>
            <a:r>
              <a:rPr lang="pt-BR" altLang="pt-BR" sz="2400" b="1" dirty="0">
                <a:latin typeface="Courier New" panose="02070309020205020404" pitchFamily="49" charset="0"/>
              </a:rPr>
              <a:t>lista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ArrayList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&gt;(); 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lista.get</a:t>
            </a:r>
            <a:r>
              <a:rPr lang="pt-BR" altLang="pt-BR" sz="2400" dirty="0">
                <a:latin typeface="Courier New" panose="02070309020205020404" pitchFamily="49" charset="0"/>
              </a:rPr>
              <a:t>(0));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System.</a:t>
            </a:r>
            <a:r>
              <a:rPr lang="pt-BR" altLang="pt-BR" sz="2400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24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lista.get</a:t>
            </a:r>
            <a:r>
              <a:rPr lang="pt-BR" altLang="pt-BR" sz="2400" dirty="0">
                <a:latin typeface="Courier New" panose="02070309020205020404" pitchFamily="49" charset="0"/>
              </a:rPr>
              <a:t>(</a:t>
            </a:r>
            <a:r>
              <a:rPr lang="pt-BR" altLang="pt-BR" sz="2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lista.size</a:t>
            </a:r>
            <a:r>
              <a:rPr lang="pt-BR" altLang="pt-BR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()-1</a:t>
            </a:r>
            <a:r>
              <a:rPr lang="pt-BR" altLang="pt-BR" sz="2400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88FD604A-B79A-46FB-9BE9-65ADC36EF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016" y="3285144"/>
            <a:ext cx="2376488" cy="720000"/>
          </a:xfrm>
          <a:prstGeom prst="wedgeRectCallout">
            <a:avLst>
              <a:gd name="adj1" fmla="val -80054"/>
              <a:gd name="adj2" fmla="val -325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>
                <a:latin typeface="Times New Roman" panose="02020603050405020304" pitchFamily="18" charset="0"/>
              </a:rPr>
              <a:t>Retorna o </a:t>
            </a:r>
            <a:r>
              <a:rPr lang="pt-BR" altLang="pt-BR" b="1" dirty="0">
                <a:latin typeface="Times New Roman" panose="02020603050405020304" pitchFamily="18" charset="0"/>
              </a:rPr>
              <a:t>primeiro</a:t>
            </a:r>
            <a:r>
              <a:rPr lang="pt-BR" altLang="pt-BR" dirty="0">
                <a:latin typeface="Times New Roman" panose="02020603050405020304" pitchFamily="18" charset="0"/>
              </a:rPr>
              <a:t> item da lista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458FBE04-EA57-4612-9AB4-8720A503A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4653216"/>
            <a:ext cx="2376488" cy="720000"/>
          </a:xfrm>
          <a:prstGeom prst="wedgeRectCallout">
            <a:avLst>
              <a:gd name="adj1" fmla="val -31514"/>
              <a:gd name="adj2" fmla="val -697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>
                <a:latin typeface="Times New Roman" panose="02020603050405020304" pitchFamily="18" charset="0"/>
              </a:rPr>
              <a:t>Retorna o </a:t>
            </a:r>
            <a:r>
              <a:rPr lang="pt-BR" altLang="pt-BR" b="1" dirty="0">
                <a:latin typeface="Times New Roman" panose="02020603050405020304" pitchFamily="18" charset="0"/>
              </a:rPr>
              <a:t>último</a:t>
            </a:r>
            <a:r>
              <a:rPr lang="pt-BR" altLang="pt-BR" dirty="0">
                <a:latin typeface="Times New Roman" panose="02020603050405020304" pitchFamily="18" charset="0"/>
              </a:rPr>
              <a:t> item da lista</a:t>
            </a:r>
          </a:p>
        </p:txBody>
      </p:sp>
    </p:spTree>
    <p:extLst>
      <p:ext uri="{BB962C8B-B14F-4D97-AF65-F5344CB8AC3E}">
        <p14:creationId xmlns:p14="http://schemas.microsoft.com/office/powerpoint/2010/main" val="170976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(Imprimir – Métodos </a:t>
            </a:r>
            <a:r>
              <a:rPr lang="pt-BR" sz="2200" b="1" dirty="0" err="1"/>
              <a:t>get</a:t>
            </a:r>
            <a:r>
              <a:rPr lang="pt-BR" sz="2200" dirty="0"/>
              <a:t> e </a:t>
            </a:r>
            <a:r>
              <a:rPr lang="pt-BR" sz="2200" b="1" dirty="0" err="1"/>
              <a:t>size</a:t>
            </a:r>
            <a:r>
              <a:rPr lang="pt-BR" sz="22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39" y="1052736"/>
            <a:ext cx="8028385" cy="5078189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java.util.ArrayList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ListaDinamicaAdicionarImprimir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teclado = 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t-BR" sz="14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DECLARAÇÃO DE UMA LISTA DINÂMICA DE STRING 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IMPRIMIR O CONTEÚDO DE UMA LISTA DINÂMICA – Forma 1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listaNomes.size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listaNomes.get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IMPRIMIR O CONTEÚDO DE UMA LISTA DINÂMICA – Forma 2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nomes :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listaNomes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(nomes);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135</a:t>
            </a:fld>
            <a:endParaRPr lang="pt-BR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0BEEF22-F35A-4EC6-83E0-00003E78840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193184" y="3248149"/>
            <a:ext cx="430213" cy="1223963"/>
          </a:xfrm>
          <a:prstGeom prst="downArrow">
            <a:avLst>
              <a:gd name="adj1" fmla="val 50000"/>
              <a:gd name="adj2" fmla="val 711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9135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136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46319" cy="1139825"/>
          </a:xfrm>
        </p:spPr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(Atualizar – Método </a:t>
            </a:r>
            <a:r>
              <a:rPr lang="pt-BR" sz="2200" b="1" dirty="0"/>
              <a:t>set</a:t>
            </a:r>
            <a:r>
              <a:rPr lang="pt-BR" sz="2200" dirty="0"/>
              <a:t>)</a:t>
            </a:r>
            <a:endParaRPr lang="pt-BR" altLang="pt-BR" sz="2200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Para </a:t>
            </a:r>
            <a:r>
              <a:rPr lang="pt-BR" altLang="pt-BR" sz="2400" u="sng" dirty="0"/>
              <a:t>atualizar</a:t>
            </a:r>
            <a:r>
              <a:rPr lang="pt-BR" altLang="pt-BR" sz="2400" dirty="0"/>
              <a:t> conteúdos dos itens da lista utiliza-se o método </a:t>
            </a:r>
            <a:r>
              <a:rPr lang="pt-BR" altLang="pt-BR" sz="2400" b="1" dirty="0"/>
              <a:t>set</a:t>
            </a:r>
            <a:r>
              <a:rPr lang="pt-BR" altLang="pt-BR" sz="2400" dirty="0"/>
              <a:t> seguido do </a:t>
            </a:r>
            <a:r>
              <a:rPr lang="pt-BR" altLang="pt-BR" sz="2400" b="1" dirty="0"/>
              <a:t>índice</a:t>
            </a:r>
            <a:r>
              <a:rPr lang="pt-BR" altLang="pt-BR" sz="2400" dirty="0"/>
              <a:t> do item a ser atualizado e do valor para atualizar: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0EB28F9E-E672-4DBD-AA91-1084D00ED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56" y="2742887"/>
            <a:ext cx="8446319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 </a:t>
            </a:r>
            <a:r>
              <a:rPr lang="pt-BR" altLang="pt-BR" sz="2400" b="1" dirty="0">
                <a:latin typeface="Courier New" panose="02070309020205020404" pitchFamily="49" charset="0"/>
              </a:rPr>
              <a:t>lista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ArrayList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&gt;(); 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latin typeface="Courier New" panose="02070309020205020404" pitchFamily="49" charset="0"/>
              </a:rPr>
              <a:t>lista.set</a:t>
            </a:r>
            <a:r>
              <a:rPr lang="pt-BR" altLang="pt-BR" sz="2400" dirty="0">
                <a:latin typeface="Courier New" panose="02070309020205020404" pitchFamily="49" charset="0"/>
              </a:rPr>
              <a:t>(1,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"Ricardo"</a:t>
            </a:r>
            <a:r>
              <a:rPr lang="pt-BR" altLang="pt-BR" sz="24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 nome = </a:t>
            </a:r>
            <a:r>
              <a:rPr lang="pt-BR" altLang="pt-BR" sz="2400" dirty="0">
                <a:solidFill>
                  <a:srgbClr val="0000FF"/>
                </a:solidFill>
                <a:latin typeface="Courier New" panose="02070309020205020404" pitchFamily="49" charset="0"/>
              </a:rPr>
              <a:t>"Ricardo"</a:t>
            </a:r>
            <a:r>
              <a:rPr lang="pt-BR" altLang="pt-BR" sz="24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latin typeface="Courier New" panose="02070309020205020404" pitchFamily="49" charset="0"/>
              </a:rPr>
              <a:t>lista.set</a:t>
            </a:r>
            <a:r>
              <a:rPr lang="pt-BR" altLang="pt-BR" sz="2400" dirty="0">
                <a:latin typeface="Courier New" panose="02070309020205020404" pitchFamily="49" charset="0"/>
              </a:rPr>
              <a:t>(5,nome);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FF5FD984-D260-441F-B1B3-751ED4237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20" y="3717032"/>
            <a:ext cx="2592288" cy="720000"/>
          </a:xfrm>
          <a:prstGeom prst="wedgeRectCallout">
            <a:avLst>
              <a:gd name="adj1" fmla="val -80054"/>
              <a:gd name="adj2" fmla="val -325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>
                <a:latin typeface="Times New Roman" panose="02020603050405020304" pitchFamily="18" charset="0"/>
              </a:rPr>
              <a:t>Atualiza o conteúdo do </a:t>
            </a:r>
            <a:r>
              <a:rPr lang="pt-BR" altLang="pt-BR" b="1" dirty="0">
                <a:latin typeface="Times New Roman" panose="02020603050405020304" pitchFamily="18" charset="0"/>
              </a:rPr>
              <a:t>segundo</a:t>
            </a:r>
            <a:r>
              <a:rPr lang="pt-BR" altLang="pt-BR" dirty="0">
                <a:latin typeface="Times New Roman" panose="02020603050405020304" pitchFamily="18" charset="0"/>
              </a:rPr>
              <a:t> item da lista</a:t>
            </a: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B0920A4E-151D-4258-B9C8-6A73C9BA6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024" y="5013176"/>
            <a:ext cx="2592288" cy="720000"/>
          </a:xfrm>
          <a:prstGeom prst="wedgeRectCallout">
            <a:avLst>
              <a:gd name="adj1" fmla="val -80054"/>
              <a:gd name="adj2" fmla="val -325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>
                <a:latin typeface="Times New Roman" panose="02020603050405020304" pitchFamily="18" charset="0"/>
              </a:rPr>
              <a:t>Atualiza o conteúdo do </a:t>
            </a:r>
            <a:r>
              <a:rPr lang="pt-BR" altLang="pt-BR" b="1" dirty="0">
                <a:latin typeface="Times New Roman" panose="02020603050405020304" pitchFamily="18" charset="0"/>
              </a:rPr>
              <a:t>sexto</a:t>
            </a:r>
            <a:r>
              <a:rPr lang="pt-BR" altLang="pt-BR" dirty="0">
                <a:latin typeface="Times New Roman" panose="02020603050405020304" pitchFamily="18" charset="0"/>
              </a:rPr>
              <a:t> item da lista</a:t>
            </a:r>
          </a:p>
        </p:txBody>
      </p:sp>
    </p:spTree>
    <p:extLst>
      <p:ext uri="{BB962C8B-B14F-4D97-AF65-F5344CB8AC3E}">
        <p14:creationId xmlns:p14="http://schemas.microsoft.com/office/powerpoint/2010/main" val="414655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137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46319" cy="1139825"/>
          </a:xfrm>
        </p:spPr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(Excluir – Método </a:t>
            </a:r>
            <a:r>
              <a:rPr lang="pt-BR" sz="2200" b="1" dirty="0"/>
              <a:t>remove</a:t>
            </a:r>
            <a:r>
              <a:rPr lang="pt-BR" sz="2200" dirty="0"/>
              <a:t>)</a:t>
            </a:r>
            <a:endParaRPr lang="pt-BR" altLang="pt-BR" sz="2200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Para </a:t>
            </a:r>
            <a:r>
              <a:rPr lang="pt-BR" altLang="pt-BR" sz="2400" u="sng" dirty="0"/>
              <a:t>remover</a:t>
            </a:r>
            <a:r>
              <a:rPr lang="pt-BR" altLang="pt-BR" sz="2400" dirty="0"/>
              <a:t> itens da lista utiliza-se o método </a:t>
            </a:r>
            <a:r>
              <a:rPr lang="pt-BR" altLang="pt-BR" sz="2400" b="1" dirty="0"/>
              <a:t>remove</a:t>
            </a:r>
            <a:r>
              <a:rPr lang="pt-BR" altLang="pt-BR" sz="2400" dirty="0"/>
              <a:t> seguido do </a:t>
            </a:r>
            <a:r>
              <a:rPr lang="pt-BR" altLang="pt-BR" sz="2400" b="1" dirty="0"/>
              <a:t>índice</a:t>
            </a:r>
            <a:r>
              <a:rPr lang="pt-BR" altLang="pt-BR" sz="2400" dirty="0"/>
              <a:t> do item a ser removido: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0EB28F9E-E672-4DBD-AA91-1084D00ED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56" y="2742887"/>
            <a:ext cx="8446319" cy="1762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r>
              <a:rPr lang="pt-BR" altLang="pt-BR" sz="2400" dirty="0" err="1">
                <a:latin typeface="Courier New" panose="02070309020205020404" pitchFamily="49" charset="0"/>
              </a:rPr>
              <a:t>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 </a:t>
            </a:r>
            <a:r>
              <a:rPr lang="pt-BR" altLang="pt-BR" sz="2400" b="1" dirty="0">
                <a:latin typeface="Courier New" panose="02070309020205020404" pitchFamily="49" charset="0"/>
              </a:rPr>
              <a:t>lista</a:t>
            </a:r>
            <a:r>
              <a:rPr lang="pt-BR" altLang="pt-BR" sz="2400" dirty="0">
                <a:latin typeface="Courier New" panose="02070309020205020404" pitchFamily="49" charset="0"/>
              </a:rPr>
              <a:t> =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b="1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ArrayList</a:t>
            </a:r>
            <a:r>
              <a:rPr lang="pt-BR" altLang="pt-BR" sz="2400" dirty="0">
                <a:latin typeface="Courier New" panose="02070309020205020404" pitchFamily="49" charset="0"/>
              </a:rPr>
              <a:t>&lt;</a:t>
            </a:r>
            <a:r>
              <a:rPr lang="pt-BR" altLang="pt-BR" sz="2400" b="1" dirty="0" err="1">
                <a:latin typeface="Courier New" panose="02070309020205020404" pitchFamily="49" charset="0"/>
              </a:rPr>
              <a:t>String</a:t>
            </a:r>
            <a:r>
              <a:rPr lang="pt-BR" altLang="pt-BR" sz="2400" dirty="0">
                <a:latin typeface="Courier New" panose="02070309020205020404" pitchFamily="49" charset="0"/>
              </a:rPr>
              <a:t>&gt;(); 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b="1" dirty="0" err="1">
                <a:latin typeface="Courier New" panose="02070309020205020404" pitchFamily="49" charset="0"/>
              </a:rPr>
              <a:t>lista.remove</a:t>
            </a:r>
            <a:r>
              <a:rPr lang="pt-BR" altLang="pt-BR" sz="2400" dirty="0">
                <a:latin typeface="Courier New" panose="02070309020205020404" pitchFamily="49" charset="0"/>
              </a:rPr>
              <a:t>(1);</a:t>
            </a:r>
          </a:p>
          <a:p>
            <a:pPr eaLnBrk="1" hangingPunct="1">
              <a:spcBef>
                <a:spcPts val="5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B05CB7E-A11C-4DA9-AE76-B6B74F245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3717032"/>
            <a:ext cx="2592288" cy="720000"/>
          </a:xfrm>
          <a:prstGeom prst="wedgeRectCallout">
            <a:avLst>
              <a:gd name="adj1" fmla="val -80054"/>
              <a:gd name="adj2" fmla="val -325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>
                <a:latin typeface="Times New Roman" panose="02020603050405020304" pitchFamily="18" charset="0"/>
              </a:rPr>
              <a:t>Remove o </a:t>
            </a:r>
            <a:r>
              <a:rPr lang="pt-BR" altLang="pt-BR" b="1" dirty="0">
                <a:latin typeface="Times New Roman" panose="02020603050405020304" pitchFamily="18" charset="0"/>
              </a:rPr>
              <a:t>segundo</a:t>
            </a:r>
            <a:r>
              <a:rPr lang="pt-BR" altLang="pt-BR" dirty="0">
                <a:latin typeface="Times New Roman" panose="02020603050405020304" pitchFamily="18" charset="0"/>
              </a:rPr>
              <a:t> item da lista</a:t>
            </a:r>
          </a:p>
        </p:txBody>
      </p:sp>
    </p:spTree>
    <p:extLst>
      <p:ext uri="{BB962C8B-B14F-4D97-AF65-F5344CB8AC3E}">
        <p14:creationId xmlns:p14="http://schemas.microsoft.com/office/powerpoint/2010/main" val="160706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7813"/>
            <a:ext cx="8723313" cy="1139825"/>
          </a:xfrm>
        </p:spPr>
        <p:txBody>
          <a:bodyPr/>
          <a:lstStyle/>
          <a:p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(Atualizar/Remover – </a:t>
            </a:r>
            <a:r>
              <a:rPr lang="pt-BR" sz="2200" b="1" dirty="0"/>
              <a:t>set</a:t>
            </a:r>
            <a:r>
              <a:rPr lang="pt-BR" sz="2200" dirty="0"/>
              <a:t> e </a:t>
            </a:r>
            <a:r>
              <a:rPr lang="pt-BR" sz="2200" b="1" dirty="0"/>
              <a:t>remove</a:t>
            </a:r>
            <a:r>
              <a:rPr lang="pt-BR" sz="22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39" y="1052736"/>
            <a:ext cx="8028385" cy="5078189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java.util.ArrayList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ListaDinamicaAdicionarImprimir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teclado = 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t-BR" sz="14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DECLARAÇÃO DE UMA LISTA DINÂMICA DE STRING 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</a:t>
            </a:r>
            <a:r>
              <a:rPr lang="pt-BR" sz="1400" kern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"Digite um nome (X para encerrar): 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nome =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// ADICIONA O NOME NA LISTA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listaNomes.add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(nome)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pt-BR" sz="1400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Continua no próximo slide...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138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32287232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7813"/>
            <a:ext cx="8723313" cy="1139825"/>
          </a:xfrm>
        </p:spPr>
        <p:txBody>
          <a:bodyPr/>
          <a:lstStyle/>
          <a:p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(Atualizar/Remover – </a:t>
            </a:r>
            <a:r>
              <a:rPr lang="pt-BR" sz="2200" b="1" dirty="0"/>
              <a:t>set</a:t>
            </a:r>
            <a:r>
              <a:rPr lang="pt-BR" sz="2200" dirty="0"/>
              <a:t> e </a:t>
            </a:r>
            <a:r>
              <a:rPr lang="pt-BR" sz="2200" b="1" dirty="0"/>
              <a:t>remove</a:t>
            </a:r>
            <a:r>
              <a:rPr lang="pt-BR" sz="22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39" y="908720"/>
            <a:ext cx="8723313" cy="5078189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pt-BR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Continuação...</a:t>
            </a:r>
          </a:p>
          <a:p>
            <a:pPr marL="0" indent="0">
              <a:spcBef>
                <a:spcPts val="250"/>
              </a:spcBef>
              <a:buNone/>
            </a:pPr>
            <a:endParaRPr lang="pt-BR" sz="1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o nome de uma pessoa para pesquisar na lista: 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nome =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PESQUISA NOME NA LISTA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-1;</a:t>
            </a:r>
          </a:p>
          <a:p>
            <a:pPr marL="0" indent="0" algn="l">
              <a:buNone/>
            </a:pPr>
            <a:r>
              <a:rPr lang="fr-F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fr-F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aux=0; aux &lt; </a:t>
            </a:r>
            <a:r>
              <a:rPr lang="fr-F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listaNomes.size</a:t>
            </a:r>
            <a:r>
              <a:rPr lang="fr-F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aux++) 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listaNomes.get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(nome))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pPr marL="0" indent="0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Continua no próximo slide...</a:t>
            </a: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139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441128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7813"/>
            <a:ext cx="8723313" cy="1139825"/>
          </a:xfrm>
        </p:spPr>
        <p:txBody>
          <a:bodyPr/>
          <a:lstStyle/>
          <a:p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(Atualizar/Remover – </a:t>
            </a:r>
            <a:r>
              <a:rPr lang="pt-BR" sz="2200" b="1" dirty="0"/>
              <a:t>set</a:t>
            </a:r>
            <a:r>
              <a:rPr lang="pt-BR" sz="2200" dirty="0"/>
              <a:t> e </a:t>
            </a:r>
            <a:r>
              <a:rPr lang="pt-BR" sz="2200" b="1" dirty="0"/>
              <a:t>remove</a:t>
            </a:r>
            <a:r>
              <a:rPr lang="pt-BR" sz="22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39" y="908720"/>
            <a:ext cx="8723313" cy="5078189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pt-BR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Continuação...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-1)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não encontrado!"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encontrado na posição 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+(pos+1)+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"!"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"Quer atualizá-lo ou removê-lo da lista (A/R)?"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resp.equalsIgnoreCase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novo nome: 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nome =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ATUALIZA NOME NA LISTA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listaNomes.set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pos,nome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(item) atualizado na lista!"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resp.equalsIgnoreCase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REMOVE NOME DA LISTA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listaNomes.remove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400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(item) removido da lista!"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140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06833463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8582F6D6-FC47-4B90-BCCE-1D88C6B3E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3420BA-7FFD-44E8-A0E3-A37EC6AD05EF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141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B510C97-3677-42C7-8B4E-1AC8978A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277813"/>
            <a:ext cx="8446319" cy="1139825"/>
          </a:xfrm>
        </p:spPr>
        <p:txBody>
          <a:bodyPr/>
          <a:lstStyle/>
          <a:p>
            <a:pPr eaLnBrk="1" hangingPunct="1"/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(Ordenar)</a:t>
            </a:r>
            <a:endParaRPr lang="pt-BR" altLang="pt-BR" sz="2200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90B4E74-F80B-48B0-8B00-F2EB2342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4"/>
            <a:ext cx="8178800" cy="4896321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Para ordenar os dados de uma lista dinâmica podemos utilizar as duas formas abaixo:</a:t>
            </a:r>
            <a:endParaRPr lang="pt-BR" altLang="pt-BR" sz="2800" b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1200"/>
              </a:spcBef>
            </a:pPr>
            <a:r>
              <a:rPr lang="pt-BR" altLang="pt-BR" sz="2000" dirty="0"/>
              <a:t>Método primitivo </a:t>
            </a:r>
            <a:r>
              <a:rPr lang="pt-BR" altLang="pt-BR" sz="2000" b="1" dirty="0" err="1"/>
              <a:t>sort</a:t>
            </a:r>
            <a:r>
              <a:rPr lang="pt-BR" altLang="pt-BR" sz="2000" dirty="0"/>
              <a:t>;</a:t>
            </a:r>
          </a:p>
          <a:p>
            <a:pPr lvl="1" eaLnBrk="1" hangingPunct="1">
              <a:spcBef>
                <a:spcPts val="1200"/>
              </a:spcBef>
            </a:pPr>
            <a:r>
              <a:rPr lang="pt-BR" altLang="pt-BR" sz="2000" dirty="0"/>
              <a:t>Método da Bolha.</a:t>
            </a:r>
          </a:p>
          <a:p>
            <a:pPr lvl="1" eaLnBrk="1" hangingPunct="1">
              <a:spcBef>
                <a:spcPts val="1200"/>
              </a:spcBef>
            </a:pPr>
            <a:endParaRPr lang="pt-BR" altLang="pt-BR" sz="2000" dirty="0"/>
          </a:p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Em ambos as formas, podemos ordenar em ordem crescente ou decrescente, considerando ou não maiúsculos e minúsculos (</a:t>
            </a:r>
            <a:r>
              <a:rPr lang="pt-BR" altLang="pt-BR" sz="2400" i="1" dirty="0"/>
              <a:t>case </a:t>
            </a:r>
            <a:r>
              <a:rPr lang="pt-BR" altLang="pt-BR" sz="2400" i="1" dirty="0" err="1"/>
              <a:t>sensitive</a:t>
            </a:r>
            <a:r>
              <a:rPr lang="pt-BR" altLang="pt-BR" sz="2400" dirty="0"/>
              <a:t>);</a:t>
            </a:r>
          </a:p>
          <a:p>
            <a:pPr eaLnBrk="1" hangingPunct="1">
              <a:spcBef>
                <a:spcPts val="1200"/>
              </a:spcBef>
            </a:pPr>
            <a:r>
              <a:rPr lang="pt-BR" altLang="pt-BR" sz="2400" dirty="0"/>
              <a:t>O método </a:t>
            </a:r>
            <a:r>
              <a:rPr lang="pt-BR" altLang="pt-BR" sz="2400" b="1" dirty="0" err="1"/>
              <a:t>sort</a:t>
            </a:r>
            <a:r>
              <a:rPr lang="pt-BR" altLang="pt-BR" sz="2400" dirty="0"/>
              <a:t> só deve ser utilizado quando se tem uma única lista, ou seja, ele não deve ser utilizado quando se tem listas relacionadas.</a:t>
            </a:r>
          </a:p>
        </p:txBody>
      </p:sp>
    </p:spTree>
    <p:extLst>
      <p:ext uri="{BB962C8B-B14F-4D97-AF65-F5344CB8AC3E}">
        <p14:creationId xmlns:p14="http://schemas.microsoft.com/office/powerpoint/2010/main" val="362131995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200" dirty="0"/>
              <a:t> (Ordenar – Método </a:t>
            </a:r>
            <a:r>
              <a:rPr lang="pt-BR" sz="2200" b="1" dirty="0" err="1"/>
              <a:t>sort</a:t>
            </a:r>
            <a:r>
              <a:rPr lang="pt-BR" sz="22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40" y="1052736"/>
            <a:ext cx="8507288" cy="5078189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java.util.ArrayList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ListaDinamicaOrdenar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DECLARAÇÃO DE UMA LISTA DE STRINGS 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ORDENA EM ORDEM CRESCENTE (ALFABÉTICA)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listaNomes.sort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		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ORDENA EM ORDEM CRESCENTE DESCONSIDERANDO MAÍUSCULO/MINÚSCULO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listaNomes.sort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String.CASE_INSENSITIVE_ORDER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ORDENA EM ORDEM DECRESCENTE (ALFABÉTICA INVERSA)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listaNomes.sort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(new Comparator&lt;String&gt;()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int compare(String ordena1, String ordena2)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ordena2.compareToIgnoreCase(ordena1);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sz="14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142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1961322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CEB0-5684-4BCB-9BAD-FBB767D5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/>
          <a:lstStyle/>
          <a:p>
            <a:r>
              <a:rPr lang="pt-BR" dirty="0"/>
              <a:t>Listas </a:t>
            </a:r>
            <a:r>
              <a:rPr lang="pt-BR" b="1" dirty="0"/>
              <a:t>DINÂMICAS</a:t>
            </a:r>
            <a:r>
              <a:rPr lang="pt-BR" sz="2100" dirty="0"/>
              <a:t> </a:t>
            </a:r>
            <a:r>
              <a:rPr lang="pt-BR" sz="2200" dirty="0"/>
              <a:t>(Ordenar – Método </a:t>
            </a:r>
            <a:r>
              <a:rPr lang="pt-BR" sz="2200" b="1" dirty="0"/>
              <a:t>da Bolha</a:t>
            </a:r>
            <a:r>
              <a:rPr lang="pt-BR" sz="22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953AD-F61E-49B2-8CA1-C6C52113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40" y="1052736"/>
            <a:ext cx="8507288" cy="5078189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java.util.ArrayList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java.util.List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ListaDinamicaOrdenar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DECLARAÇÃO DE UMA LISTA DE STRINGS 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&gt;()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ORDENA EM ORDEM CRESCENTE (ALFABÉTICA)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listaNomes.size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()-1;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0; x &lt;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listaNomes.size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()-1; x++)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listaNomes.get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(x).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compareToIgnoreCase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listaNomes.get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(x+1)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&gt; 0)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listaNomes.get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listaNomes.set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4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listaNomes.get</a:t>
            </a:r>
            <a:r>
              <a:rPr lang="pt-BR" sz="1400" b="1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(x+1)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listaNomes.set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(x+1,temp);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sz="14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A69319-40AD-411E-A4E1-6F74C4C75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143</a:t>
            </a:fld>
            <a:endParaRPr lang="pt-BR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F300277-1FA1-4C24-9CD1-BDADE9E6A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60" y="4869160"/>
            <a:ext cx="2376488" cy="1139825"/>
          </a:xfrm>
          <a:prstGeom prst="wedgeRectCallout">
            <a:avLst>
              <a:gd name="adj1" fmla="val 36561"/>
              <a:gd name="adj2" fmla="val -874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>
                <a:latin typeface="Times New Roman" panose="02020603050405020304" pitchFamily="18" charset="0"/>
              </a:rPr>
              <a:t>Sinal de maior (&gt;) indica ordenação em ordem crescente</a:t>
            </a:r>
          </a:p>
        </p:txBody>
      </p:sp>
    </p:spTree>
    <p:extLst>
      <p:ext uri="{BB962C8B-B14F-4D97-AF65-F5344CB8AC3E}">
        <p14:creationId xmlns:p14="http://schemas.microsoft.com/office/powerpoint/2010/main" val="255122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42669E-8121-4A54-B76D-35529CFD2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608520-1671-4EFC-B924-C4F01FABDB44}" type="slidenum">
              <a:rPr lang="pt-BR" altLang="en-US" sz="1200">
                <a:latin typeface="Garamond" panose="02020404030301010803" pitchFamily="18" charset="0"/>
              </a:rPr>
              <a:pPr eaLnBrk="1" hangingPunct="1"/>
              <a:t>144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8375B74E-136D-4C45-A472-F3350746E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27</a:t>
            </a:r>
            <a:endParaRPr lang="pt-BR" altLang="pt-BR" sz="1700" dirty="0"/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FA589444-565F-4089-B059-3CBB95DBB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0" y="1052736"/>
            <a:ext cx="8382000" cy="4761296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400" dirty="0"/>
              <a:t>Faça um programa que execute as seguintes ações:</a:t>
            </a:r>
          </a:p>
          <a:p>
            <a:pPr marL="457200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2400" dirty="0"/>
              <a:t>Preencher duas listas dinâmicas de forma sincronizada, uma com CPFs e outra com endereços de várias pessoas;</a:t>
            </a:r>
          </a:p>
          <a:p>
            <a:pPr marL="457200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2400" dirty="0"/>
              <a:t>Pedir um CPF qualquer;</a:t>
            </a:r>
          </a:p>
          <a:p>
            <a:pPr marL="457200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2400" dirty="0"/>
              <a:t>Pesquisar o CPF informado na lista de CPFs; </a:t>
            </a:r>
          </a:p>
          <a:p>
            <a:pPr marL="784225" lvl="1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1800" dirty="0"/>
              <a:t>Se </a:t>
            </a:r>
            <a:r>
              <a:rPr lang="pt-BR" altLang="pt-BR" sz="1800" u="sng" dirty="0"/>
              <a:t>achar</a:t>
            </a:r>
            <a:r>
              <a:rPr lang="pt-BR" altLang="pt-BR" sz="1800" dirty="0"/>
              <a:t>, perguntar ao usuário se quer alterar ou excluir o CPF/endereço. </a:t>
            </a:r>
          </a:p>
          <a:p>
            <a:pPr marL="1136650" lvl="2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1400" dirty="0"/>
              <a:t>Se ele responder que quer </a:t>
            </a:r>
            <a:r>
              <a:rPr lang="pt-BR" altLang="pt-BR" sz="1400" u="sng" dirty="0"/>
              <a:t>alterar</a:t>
            </a:r>
            <a:r>
              <a:rPr lang="pt-BR" altLang="pt-BR" sz="1400" dirty="0"/>
              <a:t>, peça o novo endereço e atualize a lista.</a:t>
            </a:r>
          </a:p>
          <a:p>
            <a:pPr marL="1136650" lvl="2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1400" dirty="0"/>
              <a:t>Se ele responder que quer </a:t>
            </a:r>
            <a:r>
              <a:rPr lang="pt-BR" altLang="pt-BR" sz="1400" u="sng" dirty="0"/>
              <a:t>excluir</a:t>
            </a:r>
            <a:r>
              <a:rPr lang="pt-BR" altLang="pt-BR" sz="1400" dirty="0"/>
              <a:t>, exclua o CPF e o endereço da lista.</a:t>
            </a:r>
          </a:p>
          <a:p>
            <a:pPr marL="784225" lvl="1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1800" dirty="0"/>
              <a:t>Se </a:t>
            </a:r>
            <a:r>
              <a:rPr lang="pt-BR" altLang="pt-BR" sz="1800" u="sng" dirty="0"/>
              <a:t>não achar</a:t>
            </a:r>
            <a:r>
              <a:rPr lang="pt-BR" altLang="pt-BR" sz="1800" dirty="0"/>
              <a:t>, informar que o CPF não foi encontrado. </a:t>
            </a:r>
          </a:p>
          <a:p>
            <a:pPr marL="457200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2200" dirty="0"/>
              <a:t>Imprimir as duas listas de forma sincronizada:</a:t>
            </a:r>
          </a:p>
          <a:p>
            <a:pPr marL="784225" lvl="1" indent="-457200" algn="just" eaLnBrk="1" hangingPunct="1">
              <a:lnSpc>
                <a:spcPct val="110000"/>
              </a:lnSpc>
              <a:buFont typeface="+mj-lt"/>
              <a:buAutoNum type="alphaLcParenR"/>
            </a:pPr>
            <a:r>
              <a:rPr lang="pt-BR" altLang="pt-BR" sz="1800" dirty="0"/>
              <a:t>CPF – Endereço.</a:t>
            </a:r>
          </a:p>
        </p:txBody>
      </p:sp>
    </p:spTree>
    <p:extLst>
      <p:ext uri="{BB962C8B-B14F-4D97-AF65-F5344CB8AC3E}">
        <p14:creationId xmlns:p14="http://schemas.microsoft.com/office/powerpoint/2010/main" val="262461453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46F10-9925-49CB-8703-052C90A5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28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9E672-EA50-4081-A24B-B9C719C30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332000"/>
            <a:ext cx="8229600" cy="4530725"/>
          </a:xfrm>
        </p:spPr>
        <p:txBody>
          <a:bodyPr/>
          <a:lstStyle/>
          <a:p>
            <a:pPr marL="0" indent="0" algn="just">
              <a:buNone/>
            </a:pPr>
            <a:r>
              <a:rPr lang="pt-BR" sz="2600" dirty="0"/>
              <a:t>Faça um programa que leia o RA (registro acadêmico) e o nome de 50 alunos de uma turma. </a:t>
            </a:r>
            <a:r>
              <a:rPr lang="pt-BR" sz="2600" b="1" u="sng" dirty="0"/>
              <a:t>Depois</a:t>
            </a:r>
            <a:r>
              <a:rPr lang="pt-BR" sz="2600" dirty="0"/>
              <a:t>, ordene os alunos em ordem alfabética pelo nome. Na sequência, solicite um nome qualquer ao usuário e ache-o na listagem. Achando-o imprima seu RA e a ordem (posição) dele na listagem. Se não achar imprima a mensagem: “NOME NÃO ENCONTRADO”.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AFC7BB-A988-4290-9564-C59F37860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145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46300111"/>
      </p:ext>
    </p:extLst>
  </p:cSld>
  <p:clrMapOvr>
    <a:masterClrMapping/>
  </p:clrMapOvr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79274</TotalTime>
  <Words>14887</Words>
  <Application>Microsoft Office PowerPoint</Application>
  <PresentationFormat>Apresentação na tela (4:3)</PresentationFormat>
  <Paragraphs>2609</Paragraphs>
  <Slides>145</Slides>
  <Notes>94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145</vt:i4>
      </vt:variant>
    </vt:vector>
  </HeadingPairs>
  <TitlesOfParts>
    <vt:vector size="152" baseType="lpstr">
      <vt:lpstr>Arial</vt:lpstr>
      <vt:lpstr>Consolas</vt:lpstr>
      <vt:lpstr>Courier New</vt:lpstr>
      <vt:lpstr>Garamond</vt:lpstr>
      <vt:lpstr>Times New Roman</vt:lpstr>
      <vt:lpstr>Wingdings</vt:lpstr>
      <vt:lpstr>Borda</vt:lpstr>
      <vt:lpstr>Algoritmos</vt:lpstr>
      <vt:lpstr>Conteúdo 12</vt:lpstr>
      <vt:lpstr>Listas de Dados</vt:lpstr>
      <vt:lpstr>Problema Proposto</vt:lpstr>
      <vt:lpstr>Solução Proposta (3 candidatos)</vt:lpstr>
      <vt:lpstr>Solução Proposta (10 candidatos)</vt:lpstr>
      <vt:lpstr>Solução Proposta (10 candidatos)</vt:lpstr>
      <vt:lpstr>Solução Proposta (10 candidatos)</vt:lpstr>
      <vt:lpstr>Nova Solução Proposta</vt:lpstr>
      <vt:lpstr>Nova Solução Proposta (10 candidatos – Solução 1)</vt:lpstr>
      <vt:lpstr>Nova Solução Proposta (10 candidatos – Solução 2)</vt:lpstr>
      <vt:lpstr>Listas ESTÁTICAS - VETOR</vt:lpstr>
      <vt:lpstr>VETOR</vt:lpstr>
      <vt:lpstr>VETOR - Acesso</vt:lpstr>
      <vt:lpstr>VETOR - Atribuição</vt:lpstr>
      <vt:lpstr>VETOR - Atribuição</vt:lpstr>
      <vt:lpstr>VETOR - Atribuição</vt:lpstr>
      <vt:lpstr>VETOR - Atribuição</vt:lpstr>
      <vt:lpstr>VETOR - Atribuição</vt:lpstr>
      <vt:lpstr>VETOR - Atribuição</vt:lpstr>
      <vt:lpstr>VETOR - Atribuição</vt:lpstr>
      <vt:lpstr>VETOR - Somatório</vt:lpstr>
      <vt:lpstr>VETOR - Somatório</vt:lpstr>
      <vt:lpstr>VETOR - Somatório</vt:lpstr>
      <vt:lpstr>VETOR - Somatório</vt:lpstr>
      <vt:lpstr>VETOR - Somatório</vt:lpstr>
      <vt:lpstr>VETOR - Somatório</vt:lpstr>
      <vt:lpstr>VETOR - Leitura</vt:lpstr>
      <vt:lpstr>VETOR - Leitura</vt:lpstr>
      <vt:lpstr>VETOR - Leitura</vt:lpstr>
      <vt:lpstr>VETOR - Leitura</vt:lpstr>
      <vt:lpstr>VETOR - Impressão</vt:lpstr>
      <vt:lpstr>VETOR - Impressão</vt:lpstr>
      <vt:lpstr>VETOR - Impressão</vt:lpstr>
      <vt:lpstr>VETOR - Impressão</vt:lpstr>
      <vt:lpstr>VETOR - Impressão</vt:lpstr>
      <vt:lpstr>VETOR - Impressão</vt:lpstr>
      <vt:lpstr>VETOR - Impressão</vt:lpstr>
      <vt:lpstr>VETOR - Impressão</vt:lpstr>
      <vt:lpstr>VETOR - Impressão</vt:lpstr>
      <vt:lpstr>VETOR - Impressão</vt:lpstr>
      <vt:lpstr>VETOR - Impressão</vt:lpstr>
      <vt:lpstr>VETOR - Impressão</vt:lpstr>
      <vt:lpstr>Exemplo 1</vt:lpstr>
      <vt:lpstr>Exemplo 1  (Programa resolvido)</vt:lpstr>
      <vt:lpstr>Exemplo 2</vt:lpstr>
      <vt:lpstr>Exemplo 2  (Programa resolvido)</vt:lpstr>
      <vt:lpstr>Exercício 1</vt:lpstr>
      <vt:lpstr>Exercício 2</vt:lpstr>
      <vt:lpstr>Exercício 3</vt:lpstr>
      <vt:lpstr>Exercício 4</vt:lpstr>
      <vt:lpstr>Exercício 5</vt:lpstr>
      <vt:lpstr>VETOR - Impressão Normal</vt:lpstr>
      <vt:lpstr>VETOR - Impressão Normal</vt:lpstr>
      <vt:lpstr>VETOR - Impressão Inversa</vt:lpstr>
      <vt:lpstr>VETOR - Impressão Inversa</vt:lpstr>
      <vt:lpstr>VETOR - Impressão Inversa</vt:lpstr>
      <vt:lpstr>Exemplo 3</vt:lpstr>
      <vt:lpstr>Exemplo 3  (Programa resolvido)</vt:lpstr>
      <vt:lpstr>Exemplo 4</vt:lpstr>
      <vt:lpstr>Exemplo 4  (Programa resolvido)</vt:lpstr>
      <vt:lpstr>VETOR - Maior Valor  </vt:lpstr>
      <vt:lpstr>VETOR - Menor Valor  </vt:lpstr>
      <vt:lpstr>VETOR - Maior Valor  </vt:lpstr>
      <vt:lpstr>VETOR - Menor Valor  </vt:lpstr>
      <vt:lpstr>Apresentação do PowerPoint</vt:lpstr>
      <vt:lpstr>VETOR - Maior Valor  </vt:lpstr>
      <vt:lpstr>VETOR - Menor Valor  </vt:lpstr>
      <vt:lpstr>Apresentação do PowerPoint</vt:lpstr>
      <vt:lpstr>Exercício 6</vt:lpstr>
      <vt:lpstr>Exercício 7</vt:lpstr>
      <vt:lpstr>Exercício 8</vt:lpstr>
      <vt:lpstr>Exercício 9</vt:lpstr>
      <vt:lpstr>Exercício 10</vt:lpstr>
      <vt:lpstr>Exercício 11</vt:lpstr>
      <vt:lpstr>Exercício 12</vt:lpstr>
      <vt:lpstr>Listas ESTÁTICAS - MATRIZ</vt:lpstr>
      <vt:lpstr>MATRIZ</vt:lpstr>
      <vt:lpstr>MATRIZ</vt:lpstr>
      <vt:lpstr>MATRIZ</vt:lpstr>
      <vt:lpstr>MATRIZ - Acesso</vt:lpstr>
      <vt:lpstr>MATRIZ - Leitura</vt:lpstr>
      <vt:lpstr>MATRIZ - Leitura</vt:lpstr>
      <vt:lpstr>MATRIZ - Impressão</vt:lpstr>
      <vt:lpstr>MATRIZ - Impressão</vt:lpstr>
      <vt:lpstr>VETORES - Ordenação</vt:lpstr>
      <vt:lpstr>VETORES - Ordenação</vt:lpstr>
      <vt:lpstr>Apresentação do PowerPoint</vt:lpstr>
      <vt:lpstr>VETORES - Ordenação</vt:lpstr>
      <vt:lpstr>VETORES - Ordenação</vt:lpstr>
      <vt:lpstr>VETORES - Ordenação</vt:lpstr>
      <vt:lpstr>VETORES - Ordenação</vt:lpstr>
      <vt:lpstr>VETORES - Ordenação</vt:lpstr>
      <vt:lpstr>Apresentação do PowerPoint</vt:lpstr>
      <vt:lpstr>VETORES - Ordenação</vt:lpstr>
      <vt:lpstr>VETORES - Ordenação</vt:lpstr>
      <vt:lpstr>VETORES - Ordenação</vt:lpstr>
      <vt:lpstr>VETORES - Ordenação</vt:lpstr>
      <vt:lpstr>Exemplo 5</vt:lpstr>
      <vt:lpstr>Exemplo 5</vt:lpstr>
      <vt:lpstr>Exemplo 6</vt:lpstr>
      <vt:lpstr>Exemplo 6</vt:lpstr>
      <vt:lpstr>VETORES - Ordenação</vt:lpstr>
      <vt:lpstr>VETORES - Ordenação</vt:lpstr>
      <vt:lpstr>Exemplo 7</vt:lpstr>
      <vt:lpstr>Exemplo 7 (Programa resolvido) </vt:lpstr>
      <vt:lpstr>Exemplo 8</vt:lpstr>
      <vt:lpstr>Exemplo 8 (Programa resolvido) </vt:lpstr>
      <vt:lpstr>Exemplo 8a (Programa resolvido – Ordenação decrescente por NOTAS) </vt:lpstr>
      <vt:lpstr>Exemplo 8b (Programa resolvido – Ordenação alfabética por NOMES) </vt:lpstr>
      <vt:lpstr>Classe Arrays - Ordenação Crescente</vt:lpstr>
      <vt:lpstr>Classe Arrays - Ordenação Decrescente</vt:lpstr>
      <vt:lpstr>Classe Arrays - Procura</vt:lpstr>
      <vt:lpstr>Método split da classe String (Dividir uma string em vários substrings, separados por um caracter, atribuindo cada substring às posições de um vetor)</vt:lpstr>
      <vt:lpstr>Método split da classe String</vt:lpstr>
      <vt:lpstr>Método split da classe String</vt:lpstr>
      <vt:lpstr>Exercício 13</vt:lpstr>
      <vt:lpstr>Exercício 14</vt:lpstr>
      <vt:lpstr>Exercício 15</vt:lpstr>
      <vt:lpstr>Exercício 16</vt:lpstr>
      <vt:lpstr>Exercício 17</vt:lpstr>
      <vt:lpstr>Exercício 18</vt:lpstr>
      <vt:lpstr>Exercício 19</vt:lpstr>
      <vt:lpstr>Exercício 20</vt:lpstr>
      <vt:lpstr>Exercício 22</vt:lpstr>
      <vt:lpstr>Exercício 23</vt:lpstr>
      <vt:lpstr>Exercício 24</vt:lpstr>
      <vt:lpstr>Exercício 25</vt:lpstr>
      <vt:lpstr>Exercício 26</vt:lpstr>
      <vt:lpstr>Listas DINÂMICAS</vt:lpstr>
      <vt:lpstr>Listas DINÂMICAS</vt:lpstr>
      <vt:lpstr>Listas DINÂMICAS (Adicionar – Método add)</vt:lpstr>
      <vt:lpstr>Listas DINÂMICAS (Adicionar – Método add)</vt:lpstr>
      <vt:lpstr>Listas DINÂMICAS (Imprimir – Métodos get e size)</vt:lpstr>
      <vt:lpstr>Listas DINÂMICAS (Imprimir – Métodos get e size)</vt:lpstr>
      <vt:lpstr>Listas DINÂMICAS (Atualizar – Método set)</vt:lpstr>
      <vt:lpstr>Listas DINÂMICAS (Excluir – Método remove)</vt:lpstr>
      <vt:lpstr>Listas DINÂMICAS (Atualizar/Remover – set e remove)</vt:lpstr>
      <vt:lpstr>Listas DINÂMICAS (Atualizar/Remover – set e remove)</vt:lpstr>
      <vt:lpstr>Listas DINÂMICAS (Atualizar/Remover – set e remove)</vt:lpstr>
      <vt:lpstr>Listas DINÂMICAS (Ordenar)</vt:lpstr>
      <vt:lpstr>Listas DINÂMICAS (Ordenar – Método sort)</vt:lpstr>
      <vt:lpstr>Listas DINÂMICAS (Ordenar – Método da Bolha)</vt:lpstr>
      <vt:lpstr>Exercício 27</vt:lpstr>
      <vt:lpstr>Exercício 28</vt:lpstr>
    </vt:vector>
  </TitlesOfParts>
  <Company>Rodrigo Richard Gomes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(parte 1)</dc:title>
  <dc:creator>Ricardo Luiz de Freitas</dc:creator>
  <cp:lastModifiedBy>Ricardo Luiz Freitas</cp:lastModifiedBy>
  <cp:revision>2614</cp:revision>
  <dcterms:created xsi:type="dcterms:W3CDTF">2006-08-20T19:26:34Z</dcterms:created>
  <dcterms:modified xsi:type="dcterms:W3CDTF">2022-02-01T02:05:54Z</dcterms:modified>
</cp:coreProperties>
</file>